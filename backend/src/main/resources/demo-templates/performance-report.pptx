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298" r:id="rId3"/>
    <p:sldId id="468" r:id="rId4"/>
    <p:sldId id="473" r:id="rId5"/>
    <p:sldId id="525" r:id="rId6"/>
    <p:sldId id="524" r:id="rId7"/>
  </p:sldIdLst>
  <p:sldSz cx="12192000" cy="6858000"/>
  <p:notesSz cx="6858000" cy="9144000"/>
  <p:embeddedFontLst>
    <p:embeddedFont>
      <p:font typeface="Pretendard" panose="02000503000000020004" pitchFamily="50" charset="-127"/>
      <p:regular r:id="rId10"/>
      <p:bold r:id="rId11"/>
    </p:embeddedFont>
    <p:embeddedFont>
      <p:font typeface="Pretendard SemiBold" panose="02000703000000020004" pitchFamily="50" charset="-127"/>
      <p:bold r:id="rId12"/>
    </p:embeddedFont>
    <p:embeddedFont>
      <p:font typeface="맑은 고딕" panose="020B0503020000020004" pitchFamily="50" charset="-127"/>
      <p:regular r:id="rId13"/>
      <p:bold r:id="rId14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  <a:srgbClr val="F0F0F0"/>
    <a:srgbClr val="9920AD"/>
    <a:srgbClr val="DF3063"/>
    <a:srgbClr val="DA5F58"/>
    <a:srgbClr val="2642DE"/>
    <a:srgbClr val="68BA94"/>
    <a:srgbClr val="486AE4"/>
    <a:srgbClr val="0E17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20399" autoAdjust="0"/>
    <p:restoredTop sz="94608" autoAdjust="0"/>
  </p:normalViewPr>
  <p:slideViewPr>
    <p:cSldViewPr snapToGrid="0">
      <p:cViewPr>
        <p:scale>
          <a:sx n="100" d="100"/>
          <a:sy n="100" d="100"/>
        </p:scale>
        <p:origin x="2208" y="12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129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font" Target="fonts/font5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86CC3A53-5A36-D0FB-2B5D-0BDC21F1FAB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9012FF5-76A4-EC9F-F472-90C6688AEE9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D7B880-19AC-49A1-B1F6-D3DEFC7C5E9C}" type="datetimeFigureOut">
              <a:rPr lang="ko-KR" altLang="en-US" smtClean="0"/>
              <a:t>2024-08-28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0EC6014-9AC3-D6DF-5707-180BA549F4D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3F52777-DE65-FA5D-83F9-B0267124F0B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09A8E7-2528-47BC-8F55-A7EEA4009D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7292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5F5646-53D4-492C-B60E-5C5AA4CCD671}" type="datetimeFigureOut">
              <a:rPr lang="ko-KR" altLang="en-US" smtClean="0"/>
              <a:t>2024-08-28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F40A0F-4E96-4AC3-BB8A-EA72C95BE3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4503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9C4AC9-1E93-1850-F41B-858910F0F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ED8D0-B6FF-404B-B7C8-837DC9B41F51}" type="datetimeFigureOut">
              <a:rPr lang="ko-KR" altLang="en-US" smtClean="0"/>
              <a:t>2024-08-28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5EB634-A276-DAA2-9E59-B06BBE03B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02AB00-8BF8-5DE2-B684-98518FBF2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DBF81-7A7C-4A90-AAB5-9ED14D0915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0" name="제목 19">
            <a:extLst>
              <a:ext uri="{FF2B5EF4-FFF2-40B4-BE49-F238E27FC236}">
                <a16:creationId xmlns:a16="http://schemas.microsoft.com/office/drawing/2014/main" id="{3DFCD0ED-AD7F-9CE8-9631-A03C6C43A0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463801"/>
            <a:ext cx="7315200" cy="320040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altLang="ko-KR"/>
              <a:t>Insert Title 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1616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날짜 개체 틀 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BF59CDF-99DD-4B87-9FE3-B95654962B7E}" type="datetime1">
              <a:rPr lang="ko-KR" altLang="en-US" smtClean="0"/>
              <a:t>2024-08-28</a:t>
            </a:fld>
            <a:endParaRPr lang="ko-KR" altLang="en-US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5744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그림 개체 틀 4">
            <a:extLst>
              <a:ext uri="{FF2B5EF4-FFF2-40B4-BE49-F238E27FC236}">
                <a16:creationId xmlns:a16="http://schemas.microsoft.com/office/drawing/2014/main" id="{7E8C11D3-B004-57F6-857A-E64BE3E5391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73782-3431-47A6-A029-A136EC1AA42A}" type="datetime1">
              <a:rPr lang="ko-KR" altLang="en-US" smtClean="0"/>
              <a:t>2024-08-28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5003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59CDF-99DD-4B87-9FE3-B95654962B7E}" type="datetime1">
              <a:rPr lang="ko-KR" altLang="en-US" smtClean="0"/>
              <a:t>2024-08-28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제목 6"/>
          <p:cNvSpPr>
            <a:spLocks noGrp="1"/>
          </p:cNvSpPr>
          <p:nvPr>
            <p:ph type="title" hasCustomPrompt="1"/>
          </p:nvPr>
        </p:nvSpPr>
        <p:spPr>
          <a:xfrm>
            <a:off x="539586" y="601891"/>
            <a:ext cx="7613814" cy="615949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2400" baseline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/>
              <a:t>Insert Title Here</a:t>
            </a:r>
            <a:endParaRPr lang="ko-KR" altLang="en-US"/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BAD8E153-92B6-09DC-45FB-B7D617C1C413}"/>
              </a:ext>
            </a:extLst>
          </p:cNvPr>
          <p:cNvCxnSpPr/>
          <p:nvPr userDrawn="1"/>
        </p:nvCxnSpPr>
        <p:spPr>
          <a:xfrm>
            <a:off x="661760" y="527235"/>
            <a:ext cx="45465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7854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44D4D53C-D64A-AAE3-2AF9-5C30791A0E10}"/>
              </a:ext>
            </a:extLst>
          </p:cNvPr>
          <p:cNvSpPr/>
          <p:nvPr userDrawn="1"/>
        </p:nvSpPr>
        <p:spPr>
          <a:xfrm flipV="1">
            <a:off x="8284856" y="2950855"/>
            <a:ext cx="3907144" cy="3907145"/>
          </a:xfrm>
          <a:custGeom>
            <a:avLst/>
            <a:gdLst>
              <a:gd name="connsiteX0" fmla="*/ 2072511 w 3907144"/>
              <a:gd name="connsiteY0" fmla="*/ 0 h 3907145"/>
              <a:gd name="connsiteX1" fmla="*/ 2095714 w 3907144"/>
              <a:gd name="connsiteY1" fmla="*/ 0 h 3907145"/>
              <a:gd name="connsiteX2" fmla="*/ 3907144 w 3907144"/>
              <a:gd name="connsiteY2" fmla="*/ 1811430 h 3907145"/>
              <a:gd name="connsiteX3" fmla="*/ 3907144 w 3907144"/>
              <a:gd name="connsiteY3" fmla="*/ 1834633 h 3907145"/>
              <a:gd name="connsiteX4" fmla="*/ 1793662 w 3907144"/>
              <a:gd name="connsiteY4" fmla="*/ 0 h 3907145"/>
              <a:gd name="connsiteX5" fmla="*/ 1830644 w 3907144"/>
              <a:gd name="connsiteY5" fmla="*/ 0 h 3907145"/>
              <a:gd name="connsiteX6" fmla="*/ 3907144 w 3907144"/>
              <a:gd name="connsiteY6" fmla="*/ 2076500 h 3907145"/>
              <a:gd name="connsiteX7" fmla="*/ 3907144 w 3907144"/>
              <a:gd name="connsiteY7" fmla="*/ 2113482 h 3907145"/>
              <a:gd name="connsiteX8" fmla="*/ 1490378 w 3907144"/>
              <a:gd name="connsiteY8" fmla="*/ 0 h 3907145"/>
              <a:gd name="connsiteX9" fmla="*/ 1551796 w 3907144"/>
              <a:gd name="connsiteY9" fmla="*/ 0 h 3907145"/>
              <a:gd name="connsiteX10" fmla="*/ 3907144 w 3907144"/>
              <a:gd name="connsiteY10" fmla="*/ 2355348 h 3907145"/>
              <a:gd name="connsiteX11" fmla="*/ 3907144 w 3907144"/>
              <a:gd name="connsiteY11" fmla="*/ 2416766 h 3907145"/>
              <a:gd name="connsiteX12" fmla="*/ 1172912 w 3907144"/>
              <a:gd name="connsiteY12" fmla="*/ 0 h 3907145"/>
              <a:gd name="connsiteX13" fmla="*/ 1248513 w 3907144"/>
              <a:gd name="connsiteY13" fmla="*/ 0 h 3907145"/>
              <a:gd name="connsiteX14" fmla="*/ 3907144 w 3907144"/>
              <a:gd name="connsiteY14" fmla="*/ 2658632 h 3907145"/>
              <a:gd name="connsiteX15" fmla="*/ 3907144 w 3907144"/>
              <a:gd name="connsiteY15" fmla="*/ 2734232 h 3907145"/>
              <a:gd name="connsiteX16" fmla="*/ 839372 w 3907144"/>
              <a:gd name="connsiteY16" fmla="*/ 0 h 3907145"/>
              <a:gd name="connsiteX17" fmla="*/ 931046 w 3907144"/>
              <a:gd name="connsiteY17" fmla="*/ 0 h 3907145"/>
              <a:gd name="connsiteX18" fmla="*/ 3907144 w 3907144"/>
              <a:gd name="connsiteY18" fmla="*/ 2976098 h 3907145"/>
              <a:gd name="connsiteX19" fmla="*/ 3907144 w 3907144"/>
              <a:gd name="connsiteY19" fmla="*/ 3067772 h 3907145"/>
              <a:gd name="connsiteX20" fmla="*/ 446626 w 3907144"/>
              <a:gd name="connsiteY20" fmla="*/ 0 h 3907145"/>
              <a:gd name="connsiteX21" fmla="*/ 597506 w 3907144"/>
              <a:gd name="connsiteY21" fmla="*/ 0 h 3907145"/>
              <a:gd name="connsiteX22" fmla="*/ 3907144 w 3907144"/>
              <a:gd name="connsiteY22" fmla="*/ 3309639 h 3907145"/>
              <a:gd name="connsiteX23" fmla="*/ 3907144 w 3907144"/>
              <a:gd name="connsiteY23" fmla="*/ 3460519 h 3907145"/>
              <a:gd name="connsiteX24" fmla="*/ 0 w 3907144"/>
              <a:gd name="connsiteY24" fmla="*/ 0 h 3907145"/>
              <a:gd name="connsiteX25" fmla="*/ 204756 w 3907144"/>
              <a:gd name="connsiteY25" fmla="*/ 0 h 3907145"/>
              <a:gd name="connsiteX26" fmla="*/ 3907144 w 3907144"/>
              <a:gd name="connsiteY26" fmla="*/ 3702389 h 3907145"/>
              <a:gd name="connsiteX27" fmla="*/ 3907144 w 3907144"/>
              <a:gd name="connsiteY27" fmla="*/ 3907145 h 3907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3907144" h="3907145">
                <a:moveTo>
                  <a:pt x="2072511" y="0"/>
                </a:moveTo>
                <a:lnTo>
                  <a:pt x="2095714" y="0"/>
                </a:lnTo>
                <a:lnTo>
                  <a:pt x="3907144" y="1811430"/>
                </a:lnTo>
                <a:lnTo>
                  <a:pt x="3907144" y="1834633"/>
                </a:lnTo>
                <a:close/>
                <a:moveTo>
                  <a:pt x="1793662" y="0"/>
                </a:moveTo>
                <a:lnTo>
                  <a:pt x="1830644" y="0"/>
                </a:lnTo>
                <a:lnTo>
                  <a:pt x="3907144" y="2076500"/>
                </a:lnTo>
                <a:lnTo>
                  <a:pt x="3907144" y="2113482"/>
                </a:lnTo>
                <a:close/>
                <a:moveTo>
                  <a:pt x="1490378" y="0"/>
                </a:moveTo>
                <a:lnTo>
                  <a:pt x="1551796" y="0"/>
                </a:lnTo>
                <a:lnTo>
                  <a:pt x="3907144" y="2355348"/>
                </a:lnTo>
                <a:lnTo>
                  <a:pt x="3907144" y="2416766"/>
                </a:lnTo>
                <a:close/>
                <a:moveTo>
                  <a:pt x="1172912" y="0"/>
                </a:moveTo>
                <a:lnTo>
                  <a:pt x="1248513" y="0"/>
                </a:lnTo>
                <a:lnTo>
                  <a:pt x="3907144" y="2658632"/>
                </a:lnTo>
                <a:lnTo>
                  <a:pt x="3907144" y="2734232"/>
                </a:lnTo>
                <a:close/>
                <a:moveTo>
                  <a:pt x="839372" y="0"/>
                </a:moveTo>
                <a:lnTo>
                  <a:pt x="931046" y="0"/>
                </a:lnTo>
                <a:lnTo>
                  <a:pt x="3907144" y="2976098"/>
                </a:lnTo>
                <a:lnTo>
                  <a:pt x="3907144" y="3067772"/>
                </a:lnTo>
                <a:close/>
                <a:moveTo>
                  <a:pt x="446626" y="0"/>
                </a:moveTo>
                <a:lnTo>
                  <a:pt x="597506" y="0"/>
                </a:lnTo>
                <a:lnTo>
                  <a:pt x="3907144" y="3309639"/>
                </a:lnTo>
                <a:lnTo>
                  <a:pt x="3907144" y="3460519"/>
                </a:lnTo>
                <a:close/>
                <a:moveTo>
                  <a:pt x="0" y="0"/>
                </a:moveTo>
                <a:lnTo>
                  <a:pt x="204756" y="0"/>
                </a:lnTo>
                <a:lnTo>
                  <a:pt x="3907144" y="3702389"/>
                </a:lnTo>
                <a:lnTo>
                  <a:pt x="3907144" y="3907145"/>
                </a:lnTo>
                <a:close/>
              </a:path>
            </a:pathLst>
          </a:custGeom>
          <a:gradFill flip="none" rotWithShape="1">
            <a:gsLst>
              <a:gs pos="440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3ADE5BE-0CD9-A51B-289F-54544F6F8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ED8D0-B6FF-404B-B7C8-837DC9B41F51}" type="datetimeFigureOut">
              <a:rPr lang="ko-KR" altLang="en-US" smtClean="0"/>
              <a:t>2024-08-28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08E6D2-D99E-26E5-836B-E8C643660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8A3AB19-FD3C-0512-4891-EDED8E0C2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DBF81-7A7C-4A90-AAB5-9ED14D0915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모서리가 둥근 직사각형 18">
            <a:extLst>
              <a:ext uri="{FF2B5EF4-FFF2-40B4-BE49-F238E27FC236}">
                <a16:creationId xmlns:a16="http://schemas.microsoft.com/office/drawing/2014/main" id="{5EECD8AE-E325-F644-173E-5964EECC2DD5}"/>
              </a:ext>
            </a:extLst>
          </p:cNvPr>
          <p:cNvSpPr/>
          <p:nvPr userDrawn="1"/>
        </p:nvSpPr>
        <p:spPr>
          <a:xfrm>
            <a:off x="628651" y="1362451"/>
            <a:ext cx="10934698" cy="487642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dist="63500" dir="2700000" algn="tl" rotWithShape="0">
              <a:prstClr val="black">
                <a:alpha val="13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99F23929-E876-2BDF-E2A5-CD52573CD6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586" y="601891"/>
            <a:ext cx="7613814" cy="615949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2400" baseline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/>
              <a:t>Insert Title Here</a:t>
            </a:r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32474B8-ED3F-3BE2-CF23-361A37E42A5F}"/>
              </a:ext>
            </a:extLst>
          </p:cNvPr>
          <p:cNvCxnSpPr/>
          <p:nvPr userDrawn="1"/>
        </p:nvCxnSpPr>
        <p:spPr>
          <a:xfrm>
            <a:off x="661760" y="527235"/>
            <a:ext cx="45465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텍스트 개체 틀 8">
            <a:extLst>
              <a:ext uri="{FF2B5EF4-FFF2-40B4-BE49-F238E27FC236}">
                <a16:creationId xmlns:a16="http://schemas.microsoft.com/office/drawing/2014/main" id="{04E4385B-4120-8A3C-2B4E-5B64DFC725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9150" y="1552575"/>
            <a:ext cx="10553698" cy="4457699"/>
          </a:xfrm>
          <a:noFill/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>
            <a:no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buNone/>
              <a:defRPr lang="en-US" sz="1100" b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Calibri" panose="02000503000000020004" pitchFamily="2" charset="-127"/>
              </a:defRPr>
            </a:lvl1pPr>
          </a:lstStyle>
          <a:p>
            <a:pPr marL="0" lvl="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7514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BC7C475-D384-4DB6-47E3-87F25621C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AFA52E-D8AD-B40E-E99B-9BCB008209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28970E-44B4-F298-A7BF-2A0A155F5B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EED8D0-B6FF-404B-B7C8-837DC9B41F51}" type="datetimeFigureOut">
              <a:rPr lang="ko-KR" altLang="en-US" smtClean="0"/>
              <a:t>2024-08-28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3D0D3E-6955-4F77-C9F7-16058553CE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648948-692B-C783-54F2-842D5D8094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EDBF81-7A7C-4A90-AAB5-9ED14D0915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785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powerpoint.yesform.com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20000"/>
                <a:lumOff val="80000"/>
                <a:alpha val="15000"/>
              </a:schemeClr>
            </a:gs>
            <a:gs pos="57000">
              <a:schemeClr val="bg1"/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자유형: 도형 536">
            <a:extLst>
              <a:ext uri="{FF2B5EF4-FFF2-40B4-BE49-F238E27FC236}">
                <a16:creationId xmlns:a16="http://schemas.microsoft.com/office/drawing/2014/main" id="{8A2ED7CD-44A9-C362-1DA0-C7B89F3A3F3E}"/>
              </a:ext>
            </a:extLst>
          </p:cNvPr>
          <p:cNvSpPr/>
          <p:nvPr/>
        </p:nvSpPr>
        <p:spPr>
          <a:xfrm>
            <a:off x="9698002" y="4025909"/>
            <a:ext cx="2493998" cy="2832091"/>
          </a:xfrm>
          <a:custGeom>
            <a:avLst/>
            <a:gdLst>
              <a:gd name="connsiteX0" fmla="*/ 102378 w 2493998"/>
              <a:gd name="connsiteY0" fmla="*/ 945479 h 2832091"/>
              <a:gd name="connsiteX1" fmla="*/ 1988990 w 2493998"/>
              <a:gd name="connsiteY1" fmla="*/ 2832091 h 2832091"/>
              <a:gd name="connsiteX2" fmla="*/ 1784234 w 2493998"/>
              <a:gd name="connsiteY2" fmla="*/ 2832091 h 2832091"/>
              <a:gd name="connsiteX3" fmla="*/ 0 w 2493998"/>
              <a:gd name="connsiteY3" fmla="*/ 1047857 h 2832091"/>
              <a:gd name="connsiteX4" fmla="*/ 298753 w 2493998"/>
              <a:gd name="connsiteY4" fmla="*/ 749104 h 2832091"/>
              <a:gd name="connsiteX5" fmla="*/ 2381739 w 2493998"/>
              <a:gd name="connsiteY5" fmla="*/ 2832091 h 2832091"/>
              <a:gd name="connsiteX6" fmla="*/ 2230860 w 2493998"/>
              <a:gd name="connsiteY6" fmla="*/ 2832091 h 2832091"/>
              <a:gd name="connsiteX7" fmla="*/ 223313 w 2493998"/>
              <a:gd name="connsiteY7" fmla="*/ 824544 h 2832091"/>
              <a:gd name="connsiteX8" fmla="*/ 465522 w 2493998"/>
              <a:gd name="connsiteY8" fmla="*/ 582333 h 2832091"/>
              <a:gd name="connsiteX9" fmla="*/ 2493998 w 2493998"/>
              <a:gd name="connsiteY9" fmla="*/ 2610810 h 2832091"/>
              <a:gd name="connsiteX10" fmla="*/ 2493998 w 2493998"/>
              <a:gd name="connsiteY10" fmla="*/ 2702482 h 2832091"/>
              <a:gd name="connsiteX11" fmla="*/ 419686 w 2493998"/>
              <a:gd name="connsiteY11" fmla="*/ 628171 h 2832091"/>
              <a:gd name="connsiteX12" fmla="*/ 624257 w 2493998"/>
              <a:gd name="connsiteY12" fmla="*/ 423601 h 2832091"/>
              <a:gd name="connsiteX13" fmla="*/ 2493998 w 2493998"/>
              <a:gd name="connsiteY13" fmla="*/ 2293342 h 2832091"/>
              <a:gd name="connsiteX14" fmla="*/ 2493998 w 2493998"/>
              <a:gd name="connsiteY14" fmla="*/ 2368943 h 2832091"/>
              <a:gd name="connsiteX15" fmla="*/ 586457 w 2493998"/>
              <a:gd name="connsiteY15" fmla="*/ 461402 h 2832091"/>
              <a:gd name="connsiteX16" fmla="*/ 775900 w 2493998"/>
              <a:gd name="connsiteY16" fmla="*/ 271959 h 2832091"/>
              <a:gd name="connsiteX17" fmla="*/ 2493998 w 2493998"/>
              <a:gd name="connsiteY17" fmla="*/ 1990057 h 2832091"/>
              <a:gd name="connsiteX18" fmla="*/ 2493998 w 2493998"/>
              <a:gd name="connsiteY18" fmla="*/ 2051475 h 2832091"/>
              <a:gd name="connsiteX19" fmla="*/ 745191 w 2493998"/>
              <a:gd name="connsiteY19" fmla="*/ 302668 h 2832091"/>
              <a:gd name="connsiteX20" fmla="*/ 915322 w 2493998"/>
              <a:gd name="connsiteY20" fmla="*/ 132535 h 2832091"/>
              <a:gd name="connsiteX21" fmla="*/ 2493998 w 2493998"/>
              <a:gd name="connsiteY21" fmla="*/ 1711211 h 2832091"/>
              <a:gd name="connsiteX22" fmla="*/ 2493998 w 2493998"/>
              <a:gd name="connsiteY22" fmla="*/ 1748193 h 2832091"/>
              <a:gd name="connsiteX23" fmla="*/ 896831 w 2493998"/>
              <a:gd name="connsiteY23" fmla="*/ 151026 h 2832091"/>
              <a:gd name="connsiteX24" fmla="*/ 1047857 w 2493998"/>
              <a:gd name="connsiteY24" fmla="*/ 0 h 2832091"/>
              <a:gd name="connsiteX25" fmla="*/ 2493998 w 2493998"/>
              <a:gd name="connsiteY25" fmla="*/ 1446141 h 2832091"/>
              <a:gd name="connsiteX26" fmla="*/ 2493998 w 2493998"/>
              <a:gd name="connsiteY26" fmla="*/ 1469343 h 2832091"/>
              <a:gd name="connsiteX27" fmla="*/ 1036255 w 2493998"/>
              <a:gd name="connsiteY27" fmla="*/ 11601 h 2832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2493998" h="2832091">
                <a:moveTo>
                  <a:pt x="102378" y="945479"/>
                </a:moveTo>
                <a:lnTo>
                  <a:pt x="1988990" y="2832091"/>
                </a:lnTo>
                <a:lnTo>
                  <a:pt x="1784234" y="2832091"/>
                </a:lnTo>
                <a:lnTo>
                  <a:pt x="0" y="1047857"/>
                </a:lnTo>
                <a:close/>
                <a:moveTo>
                  <a:pt x="298753" y="749104"/>
                </a:moveTo>
                <a:lnTo>
                  <a:pt x="2381739" y="2832091"/>
                </a:lnTo>
                <a:lnTo>
                  <a:pt x="2230860" y="2832091"/>
                </a:lnTo>
                <a:lnTo>
                  <a:pt x="223313" y="824544"/>
                </a:lnTo>
                <a:close/>
                <a:moveTo>
                  <a:pt x="465522" y="582333"/>
                </a:moveTo>
                <a:lnTo>
                  <a:pt x="2493998" y="2610810"/>
                </a:lnTo>
                <a:lnTo>
                  <a:pt x="2493998" y="2702482"/>
                </a:lnTo>
                <a:lnTo>
                  <a:pt x="419686" y="628171"/>
                </a:lnTo>
                <a:close/>
                <a:moveTo>
                  <a:pt x="624257" y="423601"/>
                </a:moveTo>
                <a:lnTo>
                  <a:pt x="2493998" y="2293342"/>
                </a:lnTo>
                <a:lnTo>
                  <a:pt x="2493998" y="2368943"/>
                </a:lnTo>
                <a:lnTo>
                  <a:pt x="586457" y="461402"/>
                </a:lnTo>
                <a:close/>
                <a:moveTo>
                  <a:pt x="775900" y="271959"/>
                </a:moveTo>
                <a:lnTo>
                  <a:pt x="2493998" y="1990057"/>
                </a:lnTo>
                <a:lnTo>
                  <a:pt x="2493998" y="2051475"/>
                </a:lnTo>
                <a:lnTo>
                  <a:pt x="745191" y="302668"/>
                </a:lnTo>
                <a:close/>
                <a:moveTo>
                  <a:pt x="915322" y="132535"/>
                </a:moveTo>
                <a:lnTo>
                  <a:pt x="2493998" y="1711211"/>
                </a:lnTo>
                <a:lnTo>
                  <a:pt x="2493998" y="1748193"/>
                </a:lnTo>
                <a:lnTo>
                  <a:pt x="896831" y="151026"/>
                </a:lnTo>
                <a:close/>
                <a:moveTo>
                  <a:pt x="1047857" y="0"/>
                </a:moveTo>
                <a:lnTo>
                  <a:pt x="2493998" y="1446141"/>
                </a:lnTo>
                <a:lnTo>
                  <a:pt x="2493998" y="1469343"/>
                </a:lnTo>
                <a:lnTo>
                  <a:pt x="1036255" y="11601"/>
                </a:lnTo>
                <a:close/>
              </a:path>
            </a:pathLst>
          </a:custGeom>
          <a:gradFill flip="none" rotWithShape="1">
            <a:gsLst>
              <a:gs pos="440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49" name="제목 248">
            <a:extLst>
              <a:ext uri="{FF2B5EF4-FFF2-40B4-BE49-F238E27FC236}">
                <a16:creationId xmlns:a16="http://schemas.microsoft.com/office/drawing/2014/main" id="{0EB933BB-47CB-FD19-24BB-586DA5EF0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63801"/>
            <a:ext cx="7315200" cy="3200400"/>
          </a:xfrm>
        </p:spPr>
        <p:txBody>
          <a:bodyPr>
            <a:normAutofit/>
          </a:bodyPr>
          <a:lstStyle/>
          <a:p>
            <a:r>
              <a:rPr lang="ko-KR" altLang="en-US"/>
              <a:t>성과관리</a:t>
            </a:r>
            <a:br>
              <a:rPr lang="en-US" altLang="ko-KR"/>
            </a:br>
            <a:r>
              <a:rPr lang="ko-KR" altLang="en-US">
                <a:solidFill>
                  <a:schemeClr val="accent1"/>
                </a:solidFill>
              </a:rPr>
              <a:t>실적</a:t>
            </a:r>
            <a:r>
              <a:rPr lang="ko-KR" altLang="en-US"/>
              <a:t> 보고서</a:t>
            </a:r>
            <a:endParaRPr lang="ko-KR" altLang="en-US" dirty="0"/>
          </a:p>
        </p:txBody>
      </p:sp>
      <p:sp>
        <p:nvSpPr>
          <p:cNvPr id="557" name="TextBox 556">
            <a:extLst>
              <a:ext uri="{FF2B5EF4-FFF2-40B4-BE49-F238E27FC236}">
                <a16:creationId xmlns:a16="http://schemas.microsoft.com/office/drawing/2014/main" id="{9C7B103B-3BE8-696B-0EB3-008832BB975C}"/>
              </a:ext>
            </a:extLst>
          </p:cNvPr>
          <p:cNvSpPr txBox="1"/>
          <p:nvPr/>
        </p:nvSpPr>
        <p:spPr>
          <a:xfrm>
            <a:off x="985764" y="959670"/>
            <a:ext cx="361950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>
                <a:solidFill>
                  <a:schemeClr val="bg1">
                    <a:lumMod val="65000"/>
                  </a:schemeClr>
                </a:solidFill>
                <a:ea typeface="+mj-ea"/>
                <a:cs typeface="Calibri" panose="02000503000000020004" pitchFamily="2" charset="-127"/>
              </a:rPr>
              <a:t>PERFORMANCE</a:t>
            </a:r>
          </a:p>
          <a:p>
            <a:r>
              <a:rPr lang="en-US" altLang="ko-KR" sz="1400">
                <a:solidFill>
                  <a:schemeClr val="bg1">
                    <a:lumMod val="65000"/>
                  </a:schemeClr>
                </a:solidFill>
                <a:ea typeface="+mj-ea"/>
                <a:cs typeface="Calibri" panose="02000503000000020004" pitchFamily="2" charset="-127"/>
              </a:rPr>
              <a:t>MANAGEMENT REPORT </a:t>
            </a:r>
            <a:endParaRPr lang="ko-KR" altLang="en-US" sz="1400" dirty="0">
              <a:solidFill>
                <a:schemeClr val="bg1">
                  <a:lumMod val="65000"/>
                </a:schemeClr>
              </a:solidFill>
              <a:ea typeface="+mj-ea"/>
              <a:cs typeface="Calibri" panose="02000503000000020004" pitchFamily="2" charset="-127"/>
            </a:endParaRPr>
          </a:p>
        </p:txBody>
      </p:sp>
      <p:grpSp>
        <p:nvGrpSpPr>
          <p:cNvPr id="535" name="그룹 534">
            <a:extLst>
              <a:ext uri="{FF2B5EF4-FFF2-40B4-BE49-F238E27FC236}">
                <a16:creationId xmlns:a16="http://schemas.microsoft.com/office/drawing/2014/main" id="{DD3FAEDF-BBD1-8631-FC33-8F98600B9689}"/>
              </a:ext>
            </a:extLst>
          </p:cNvPr>
          <p:cNvGrpSpPr/>
          <p:nvPr/>
        </p:nvGrpSpPr>
        <p:grpSpPr>
          <a:xfrm>
            <a:off x="985764" y="5431878"/>
            <a:ext cx="464644" cy="464644"/>
            <a:chOff x="985764" y="4775013"/>
            <a:chExt cx="464644" cy="464644"/>
          </a:xfrm>
        </p:grpSpPr>
        <p:sp>
          <p:nvSpPr>
            <p:cNvPr id="62" name="타원 61">
              <a:extLst>
                <a:ext uri="{FF2B5EF4-FFF2-40B4-BE49-F238E27FC236}">
                  <a16:creationId xmlns:a16="http://schemas.microsoft.com/office/drawing/2014/main" id="{FC341E51-4FBA-9614-0F87-F002D654AA2F}"/>
                </a:ext>
              </a:extLst>
            </p:cNvPr>
            <p:cNvSpPr/>
            <p:nvPr/>
          </p:nvSpPr>
          <p:spPr>
            <a:xfrm>
              <a:off x="985764" y="4775013"/>
              <a:ext cx="464644" cy="46464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13" name="직선 화살표 연결선 512">
              <a:extLst>
                <a:ext uri="{FF2B5EF4-FFF2-40B4-BE49-F238E27FC236}">
                  <a16:creationId xmlns:a16="http://schemas.microsoft.com/office/drawing/2014/main" id="{704BB03E-6F69-9103-DA93-731BCEA2B325}"/>
                </a:ext>
              </a:extLst>
            </p:cNvPr>
            <p:cNvCxnSpPr>
              <a:cxnSpLocks/>
            </p:cNvCxnSpPr>
            <p:nvPr/>
          </p:nvCxnSpPr>
          <p:spPr>
            <a:xfrm>
              <a:off x="1165699" y="5007335"/>
              <a:ext cx="104775" cy="0"/>
            </a:xfrm>
            <a:prstGeom prst="straightConnector1">
              <a:avLst/>
            </a:prstGeom>
            <a:ln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8" name="자유형: 도형 527">
            <a:extLst>
              <a:ext uri="{FF2B5EF4-FFF2-40B4-BE49-F238E27FC236}">
                <a16:creationId xmlns:a16="http://schemas.microsoft.com/office/drawing/2014/main" id="{6879F018-79CB-B71C-0A16-B35363A1EB55}"/>
              </a:ext>
            </a:extLst>
          </p:cNvPr>
          <p:cNvSpPr/>
          <p:nvPr/>
        </p:nvSpPr>
        <p:spPr>
          <a:xfrm>
            <a:off x="6643148" y="0"/>
            <a:ext cx="2787579" cy="1739722"/>
          </a:xfrm>
          <a:custGeom>
            <a:avLst/>
            <a:gdLst>
              <a:gd name="connsiteX0" fmla="*/ 2072511 w 2787579"/>
              <a:gd name="connsiteY0" fmla="*/ 0 h 1739722"/>
              <a:gd name="connsiteX1" fmla="*/ 2095715 w 2787579"/>
              <a:gd name="connsiteY1" fmla="*/ 0 h 1739722"/>
              <a:gd name="connsiteX2" fmla="*/ 2787579 w 2787579"/>
              <a:gd name="connsiteY2" fmla="*/ 691865 h 1739722"/>
              <a:gd name="connsiteX3" fmla="*/ 2775977 w 2787579"/>
              <a:gd name="connsiteY3" fmla="*/ 703466 h 1739722"/>
              <a:gd name="connsiteX4" fmla="*/ 1793663 w 2787579"/>
              <a:gd name="connsiteY4" fmla="*/ 0 h 1739722"/>
              <a:gd name="connsiteX5" fmla="*/ 1830644 w 2787579"/>
              <a:gd name="connsiteY5" fmla="*/ 0 h 1739722"/>
              <a:gd name="connsiteX6" fmla="*/ 2655044 w 2787579"/>
              <a:gd name="connsiteY6" fmla="*/ 824400 h 1739722"/>
              <a:gd name="connsiteX7" fmla="*/ 2636553 w 2787579"/>
              <a:gd name="connsiteY7" fmla="*/ 842891 h 1739722"/>
              <a:gd name="connsiteX8" fmla="*/ 1490379 w 2787579"/>
              <a:gd name="connsiteY8" fmla="*/ 0 h 1739722"/>
              <a:gd name="connsiteX9" fmla="*/ 1551797 w 2787579"/>
              <a:gd name="connsiteY9" fmla="*/ 0 h 1739722"/>
              <a:gd name="connsiteX10" fmla="*/ 2515620 w 2787579"/>
              <a:gd name="connsiteY10" fmla="*/ 963824 h 1739722"/>
              <a:gd name="connsiteX11" fmla="*/ 2484911 w 2787579"/>
              <a:gd name="connsiteY11" fmla="*/ 994532 h 1739722"/>
              <a:gd name="connsiteX12" fmla="*/ 1172912 w 2787579"/>
              <a:gd name="connsiteY12" fmla="*/ 0 h 1739722"/>
              <a:gd name="connsiteX13" fmla="*/ 1248513 w 2787579"/>
              <a:gd name="connsiteY13" fmla="*/ 0 h 1739722"/>
              <a:gd name="connsiteX14" fmla="*/ 2363979 w 2787579"/>
              <a:gd name="connsiteY14" fmla="*/ 1115466 h 1739722"/>
              <a:gd name="connsiteX15" fmla="*/ 2326178 w 2787579"/>
              <a:gd name="connsiteY15" fmla="*/ 1153267 h 1739722"/>
              <a:gd name="connsiteX16" fmla="*/ 839373 w 2787579"/>
              <a:gd name="connsiteY16" fmla="*/ 0 h 1739722"/>
              <a:gd name="connsiteX17" fmla="*/ 931046 w 2787579"/>
              <a:gd name="connsiteY17" fmla="*/ 0 h 1739722"/>
              <a:gd name="connsiteX18" fmla="*/ 2205244 w 2787579"/>
              <a:gd name="connsiteY18" fmla="*/ 1274198 h 1739722"/>
              <a:gd name="connsiteX19" fmla="*/ 2159408 w 2787579"/>
              <a:gd name="connsiteY19" fmla="*/ 1320036 h 1739722"/>
              <a:gd name="connsiteX20" fmla="*/ 446627 w 2787579"/>
              <a:gd name="connsiteY20" fmla="*/ 0 h 1739722"/>
              <a:gd name="connsiteX21" fmla="*/ 597505 w 2787579"/>
              <a:gd name="connsiteY21" fmla="*/ 0 h 1739722"/>
              <a:gd name="connsiteX22" fmla="*/ 2038474 w 2787579"/>
              <a:gd name="connsiteY22" fmla="*/ 1440969 h 1739722"/>
              <a:gd name="connsiteX23" fmla="*/ 1963035 w 2787579"/>
              <a:gd name="connsiteY23" fmla="*/ 1516408 h 1739722"/>
              <a:gd name="connsiteX24" fmla="*/ 0 w 2787579"/>
              <a:gd name="connsiteY24" fmla="*/ 0 h 1739722"/>
              <a:gd name="connsiteX25" fmla="*/ 204756 w 2787579"/>
              <a:gd name="connsiteY25" fmla="*/ 0 h 1739722"/>
              <a:gd name="connsiteX26" fmla="*/ 1842099 w 2787579"/>
              <a:gd name="connsiteY26" fmla="*/ 1637344 h 1739722"/>
              <a:gd name="connsiteX27" fmla="*/ 1739722 w 2787579"/>
              <a:gd name="connsiteY27" fmla="*/ 1739722 h 1739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2787579" h="1739722">
                <a:moveTo>
                  <a:pt x="2072511" y="0"/>
                </a:moveTo>
                <a:lnTo>
                  <a:pt x="2095715" y="0"/>
                </a:lnTo>
                <a:lnTo>
                  <a:pt x="2787579" y="691865"/>
                </a:lnTo>
                <a:lnTo>
                  <a:pt x="2775977" y="703466"/>
                </a:lnTo>
                <a:close/>
                <a:moveTo>
                  <a:pt x="1793663" y="0"/>
                </a:moveTo>
                <a:lnTo>
                  <a:pt x="1830644" y="0"/>
                </a:lnTo>
                <a:lnTo>
                  <a:pt x="2655044" y="824400"/>
                </a:lnTo>
                <a:lnTo>
                  <a:pt x="2636553" y="842891"/>
                </a:lnTo>
                <a:close/>
                <a:moveTo>
                  <a:pt x="1490379" y="0"/>
                </a:moveTo>
                <a:lnTo>
                  <a:pt x="1551797" y="0"/>
                </a:lnTo>
                <a:lnTo>
                  <a:pt x="2515620" y="963824"/>
                </a:lnTo>
                <a:lnTo>
                  <a:pt x="2484911" y="994532"/>
                </a:lnTo>
                <a:close/>
                <a:moveTo>
                  <a:pt x="1172912" y="0"/>
                </a:moveTo>
                <a:lnTo>
                  <a:pt x="1248513" y="0"/>
                </a:lnTo>
                <a:lnTo>
                  <a:pt x="2363979" y="1115466"/>
                </a:lnTo>
                <a:lnTo>
                  <a:pt x="2326178" y="1153267"/>
                </a:lnTo>
                <a:close/>
                <a:moveTo>
                  <a:pt x="839373" y="0"/>
                </a:moveTo>
                <a:lnTo>
                  <a:pt x="931046" y="0"/>
                </a:lnTo>
                <a:lnTo>
                  <a:pt x="2205244" y="1274198"/>
                </a:lnTo>
                <a:lnTo>
                  <a:pt x="2159408" y="1320036"/>
                </a:lnTo>
                <a:close/>
                <a:moveTo>
                  <a:pt x="446627" y="0"/>
                </a:moveTo>
                <a:lnTo>
                  <a:pt x="597505" y="0"/>
                </a:lnTo>
                <a:lnTo>
                  <a:pt x="2038474" y="1440969"/>
                </a:lnTo>
                <a:lnTo>
                  <a:pt x="1963035" y="1516408"/>
                </a:lnTo>
                <a:close/>
                <a:moveTo>
                  <a:pt x="0" y="0"/>
                </a:moveTo>
                <a:lnTo>
                  <a:pt x="204756" y="0"/>
                </a:lnTo>
                <a:lnTo>
                  <a:pt x="1842099" y="1637344"/>
                </a:lnTo>
                <a:lnTo>
                  <a:pt x="1739722" y="1739722"/>
                </a:lnTo>
                <a:close/>
              </a:path>
            </a:pathLst>
          </a:custGeom>
          <a:gradFill flip="none" rotWithShape="1">
            <a:gsLst>
              <a:gs pos="440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30" name="자유형: 도형 529">
            <a:extLst>
              <a:ext uri="{FF2B5EF4-FFF2-40B4-BE49-F238E27FC236}">
                <a16:creationId xmlns:a16="http://schemas.microsoft.com/office/drawing/2014/main" id="{A7094494-2F28-BA8B-2364-6981F79B4BBD}"/>
              </a:ext>
            </a:extLst>
          </p:cNvPr>
          <p:cNvSpPr/>
          <p:nvPr/>
        </p:nvSpPr>
        <p:spPr>
          <a:xfrm>
            <a:off x="3262086" y="0"/>
            <a:ext cx="8929914" cy="6858000"/>
          </a:xfrm>
          <a:custGeom>
            <a:avLst/>
            <a:gdLst>
              <a:gd name="connsiteX0" fmla="*/ 8748960 w 8929914"/>
              <a:gd name="connsiteY0" fmla="*/ 0 h 6858000"/>
              <a:gd name="connsiteX1" fmla="*/ 8929914 w 8929914"/>
              <a:gd name="connsiteY1" fmla="*/ 0 h 6858000"/>
              <a:gd name="connsiteX2" fmla="*/ 8929914 w 8929914"/>
              <a:gd name="connsiteY2" fmla="*/ 23802 h 6858000"/>
              <a:gd name="connsiteX3" fmla="*/ 2095716 w 8929914"/>
              <a:gd name="connsiteY3" fmla="*/ 6858000 h 6858000"/>
              <a:gd name="connsiteX4" fmla="*/ 1890961 w 8929914"/>
              <a:gd name="connsiteY4" fmla="*/ 6858000 h 6858000"/>
              <a:gd name="connsiteX5" fmla="*/ 8356210 w 8929914"/>
              <a:gd name="connsiteY5" fmla="*/ 0 h 6858000"/>
              <a:gd name="connsiteX6" fmla="*/ 8507089 w 8929914"/>
              <a:gd name="connsiteY6" fmla="*/ 0 h 6858000"/>
              <a:gd name="connsiteX7" fmla="*/ 1649091 w 8929914"/>
              <a:gd name="connsiteY7" fmla="*/ 6858000 h 6858000"/>
              <a:gd name="connsiteX8" fmla="*/ 1498210 w 8929914"/>
              <a:gd name="connsiteY8" fmla="*/ 6858000 h 6858000"/>
              <a:gd name="connsiteX9" fmla="*/ 8022669 w 8929914"/>
              <a:gd name="connsiteY9" fmla="*/ 0 h 6858000"/>
              <a:gd name="connsiteX10" fmla="*/ 8114343 w 8929914"/>
              <a:gd name="connsiteY10" fmla="*/ 0 h 6858000"/>
              <a:gd name="connsiteX11" fmla="*/ 1256343 w 8929914"/>
              <a:gd name="connsiteY11" fmla="*/ 6858000 h 6858000"/>
              <a:gd name="connsiteX12" fmla="*/ 1164669 w 8929914"/>
              <a:gd name="connsiteY12" fmla="*/ 6858000 h 6858000"/>
              <a:gd name="connsiteX13" fmla="*/ 7705203 w 8929914"/>
              <a:gd name="connsiteY13" fmla="*/ 0 h 6858000"/>
              <a:gd name="connsiteX14" fmla="*/ 7780804 w 8929914"/>
              <a:gd name="connsiteY14" fmla="*/ 0 h 6858000"/>
              <a:gd name="connsiteX15" fmla="*/ 922804 w 8929914"/>
              <a:gd name="connsiteY15" fmla="*/ 6858000 h 6858000"/>
              <a:gd name="connsiteX16" fmla="*/ 847203 w 8929914"/>
              <a:gd name="connsiteY16" fmla="*/ 6858000 h 6858000"/>
              <a:gd name="connsiteX17" fmla="*/ 7401918 w 8929914"/>
              <a:gd name="connsiteY17" fmla="*/ 0 h 6858000"/>
              <a:gd name="connsiteX18" fmla="*/ 7463336 w 8929914"/>
              <a:gd name="connsiteY18" fmla="*/ 0 h 6858000"/>
              <a:gd name="connsiteX19" fmla="*/ 605336 w 8929914"/>
              <a:gd name="connsiteY19" fmla="*/ 6858000 h 6858000"/>
              <a:gd name="connsiteX20" fmla="*/ 543918 w 8929914"/>
              <a:gd name="connsiteY20" fmla="*/ 6858000 h 6858000"/>
              <a:gd name="connsiteX21" fmla="*/ 7123070 w 8929914"/>
              <a:gd name="connsiteY21" fmla="*/ 0 h 6858000"/>
              <a:gd name="connsiteX22" fmla="*/ 7160052 w 8929914"/>
              <a:gd name="connsiteY22" fmla="*/ 0 h 6858000"/>
              <a:gd name="connsiteX23" fmla="*/ 302052 w 8929914"/>
              <a:gd name="connsiteY23" fmla="*/ 6858000 h 6858000"/>
              <a:gd name="connsiteX24" fmla="*/ 265070 w 8929914"/>
              <a:gd name="connsiteY24" fmla="*/ 6858000 h 6858000"/>
              <a:gd name="connsiteX25" fmla="*/ 6858000 w 8929914"/>
              <a:gd name="connsiteY25" fmla="*/ 0 h 6858000"/>
              <a:gd name="connsiteX26" fmla="*/ 6881203 w 8929914"/>
              <a:gd name="connsiteY26" fmla="*/ 0 h 6858000"/>
              <a:gd name="connsiteX27" fmla="*/ 23203 w 8929914"/>
              <a:gd name="connsiteY27" fmla="*/ 6858000 h 6858000"/>
              <a:gd name="connsiteX28" fmla="*/ 0 w 8929914"/>
              <a:gd name="connsiteY2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8929914" h="6858000">
                <a:moveTo>
                  <a:pt x="8748960" y="0"/>
                </a:moveTo>
                <a:lnTo>
                  <a:pt x="8929914" y="0"/>
                </a:lnTo>
                <a:lnTo>
                  <a:pt x="8929914" y="23802"/>
                </a:lnTo>
                <a:lnTo>
                  <a:pt x="2095716" y="6858000"/>
                </a:lnTo>
                <a:lnTo>
                  <a:pt x="1890961" y="6858000"/>
                </a:lnTo>
                <a:close/>
                <a:moveTo>
                  <a:pt x="8356210" y="0"/>
                </a:moveTo>
                <a:lnTo>
                  <a:pt x="8507089" y="0"/>
                </a:lnTo>
                <a:lnTo>
                  <a:pt x="1649091" y="6858000"/>
                </a:lnTo>
                <a:lnTo>
                  <a:pt x="1498210" y="6858000"/>
                </a:lnTo>
                <a:close/>
                <a:moveTo>
                  <a:pt x="8022669" y="0"/>
                </a:moveTo>
                <a:lnTo>
                  <a:pt x="8114343" y="0"/>
                </a:lnTo>
                <a:lnTo>
                  <a:pt x="1256343" y="6858000"/>
                </a:lnTo>
                <a:lnTo>
                  <a:pt x="1164669" y="6858000"/>
                </a:lnTo>
                <a:close/>
                <a:moveTo>
                  <a:pt x="7705203" y="0"/>
                </a:moveTo>
                <a:lnTo>
                  <a:pt x="7780804" y="0"/>
                </a:lnTo>
                <a:lnTo>
                  <a:pt x="922804" y="6858000"/>
                </a:lnTo>
                <a:lnTo>
                  <a:pt x="847203" y="6858000"/>
                </a:lnTo>
                <a:close/>
                <a:moveTo>
                  <a:pt x="7401918" y="0"/>
                </a:moveTo>
                <a:lnTo>
                  <a:pt x="7463336" y="0"/>
                </a:lnTo>
                <a:lnTo>
                  <a:pt x="605336" y="6858000"/>
                </a:lnTo>
                <a:lnTo>
                  <a:pt x="543918" y="6858000"/>
                </a:lnTo>
                <a:close/>
                <a:moveTo>
                  <a:pt x="7123070" y="0"/>
                </a:moveTo>
                <a:lnTo>
                  <a:pt x="7160052" y="0"/>
                </a:lnTo>
                <a:lnTo>
                  <a:pt x="302052" y="6858000"/>
                </a:lnTo>
                <a:lnTo>
                  <a:pt x="265070" y="6858000"/>
                </a:lnTo>
                <a:close/>
                <a:moveTo>
                  <a:pt x="6858000" y="0"/>
                </a:moveTo>
                <a:lnTo>
                  <a:pt x="6881203" y="0"/>
                </a:lnTo>
                <a:lnTo>
                  <a:pt x="23203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440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32" name="자유형: 도형 531">
            <a:extLst>
              <a:ext uri="{FF2B5EF4-FFF2-40B4-BE49-F238E27FC236}">
                <a16:creationId xmlns:a16="http://schemas.microsoft.com/office/drawing/2014/main" id="{F4E42A9B-5AFD-0909-46AC-F58CA7365EA7}"/>
              </a:ext>
            </a:extLst>
          </p:cNvPr>
          <p:cNvSpPr/>
          <p:nvPr/>
        </p:nvSpPr>
        <p:spPr>
          <a:xfrm>
            <a:off x="5860144" y="526144"/>
            <a:ext cx="6331856" cy="6331857"/>
          </a:xfrm>
          <a:custGeom>
            <a:avLst/>
            <a:gdLst>
              <a:gd name="connsiteX0" fmla="*/ 6331856 w 6331856"/>
              <a:gd name="connsiteY0" fmla="*/ 1890961 h 6331857"/>
              <a:gd name="connsiteX1" fmla="*/ 6331856 w 6331856"/>
              <a:gd name="connsiteY1" fmla="*/ 2095716 h 6331857"/>
              <a:gd name="connsiteX2" fmla="*/ 2095715 w 6331856"/>
              <a:gd name="connsiteY2" fmla="*/ 6331857 h 6331857"/>
              <a:gd name="connsiteX3" fmla="*/ 1890960 w 6331856"/>
              <a:gd name="connsiteY3" fmla="*/ 6331857 h 6331857"/>
              <a:gd name="connsiteX4" fmla="*/ 6331856 w 6331856"/>
              <a:gd name="connsiteY4" fmla="*/ 1498210 h 6331857"/>
              <a:gd name="connsiteX5" fmla="*/ 6331856 w 6331856"/>
              <a:gd name="connsiteY5" fmla="*/ 1649090 h 6331857"/>
              <a:gd name="connsiteX6" fmla="*/ 1649089 w 6331856"/>
              <a:gd name="connsiteY6" fmla="*/ 6331857 h 6331857"/>
              <a:gd name="connsiteX7" fmla="*/ 1498209 w 6331856"/>
              <a:gd name="connsiteY7" fmla="*/ 6331857 h 6331857"/>
              <a:gd name="connsiteX8" fmla="*/ 6331856 w 6331856"/>
              <a:gd name="connsiteY8" fmla="*/ 1164670 h 6331857"/>
              <a:gd name="connsiteX9" fmla="*/ 6331856 w 6331856"/>
              <a:gd name="connsiteY9" fmla="*/ 1256344 h 6331857"/>
              <a:gd name="connsiteX10" fmla="*/ 1256342 w 6331856"/>
              <a:gd name="connsiteY10" fmla="*/ 6331857 h 6331857"/>
              <a:gd name="connsiteX11" fmla="*/ 1164669 w 6331856"/>
              <a:gd name="connsiteY11" fmla="*/ 6331857 h 6331857"/>
              <a:gd name="connsiteX12" fmla="*/ 6331856 w 6331856"/>
              <a:gd name="connsiteY12" fmla="*/ 847204 h 6331857"/>
              <a:gd name="connsiteX13" fmla="*/ 6331856 w 6331856"/>
              <a:gd name="connsiteY13" fmla="*/ 922805 h 6331857"/>
              <a:gd name="connsiteX14" fmla="*/ 922804 w 6331856"/>
              <a:gd name="connsiteY14" fmla="*/ 6331857 h 6331857"/>
              <a:gd name="connsiteX15" fmla="*/ 847203 w 6331856"/>
              <a:gd name="connsiteY15" fmla="*/ 6331857 h 6331857"/>
              <a:gd name="connsiteX16" fmla="*/ 6331856 w 6331856"/>
              <a:gd name="connsiteY16" fmla="*/ 543919 h 6331857"/>
              <a:gd name="connsiteX17" fmla="*/ 6331856 w 6331856"/>
              <a:gd name="connsiteY17" fmla="*/ 605337 h 6331857"/>
              <a:gd name="connsiteX18" fmla="*/ 605336 w 6331856"/>
              <a:gd name="connsiteY18" fmla="*/ 6331857 h 6331857"/>
              <a:gd name="connsiteX19" fmla="*/ 543918 w 6331856"/>
              <a:gd name="connsiteY19" fmla="*/ 6331857 h 6331857"/>
              <a:gd name="connsiteX20" fmla="*/ 6331856 w 6331856"/>
              <a:gd name="connsiteY20" fmla="*/ 265071 h 6331857"/>
              <a:gd name="connsiteX21" fmla="*/ 6331856 w 6331856"/>
              <a:gd name="connsiteY21" fmla="*/ 302053 h 6331857"/>
              <a:gd name="connsiteX22" fmla="*/ 302052 w 6331856"/>
              <a:gd name="connsiteY22" fmla="*/ 6331857 h 6331857"/>
              <a:gd name="connsiteX23" fmla="*/ 265070 w 6331856"/>
              <a:gd name="connsiteY23" fmla="*/ 6331857 h 6331857"/>
              <a:gd name="connsiteX24" fmla="*/ 6331856 w 6331856"/>
              <a:gd name="connsiteY24" fmla="*/ 0 h 6331857"/>
              <a:gd name="connsiteX25" fmla="*/ 6331856 w 6331856"/>
              <a:gd name="connsiteY25" fmla="*/ 23204 h 6331857"/>
              <a:gd name="connsiteX26" fmla="*/ 23203 w 6331856"/>
              <a:gd name="connsiteY26" fmla="*/ 6331857 h 6331857"/>
              <a:gd name="connsiteX27" fmla="*/ 0 w 6331856"/>
              <a:gd name="connsiteY27" fmla="*/ 6331857 h 6331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331856" h="6331857">
                <a:moveTo>
                  <a:pt x="6331856" y="1890961"/>
                </a:moveTo>
                <a:lnTo>
                  <a:pt x="6331856" y="2095716"/>
                </a:lnTo>
                <a:lnTo>
                  <a:pt x="2095715" y="6331857"/>
                </a:lnTo>
                <a:lnTo>
                  <a:pt x="1890960" y="6331857"/>
                </a:lnTo>
                <a:close/>
                <a:moveTo>
                  <a:pt x="6331856" y="1498210"/>
                </a:moveTo>
                <a:lnTo>
                  <a:pt x="6331856" y="1649090"/>
                </a:lnTo>
                <a:lnTo>
                  <a:pt x="1649089" y="6331857"/>
                </a:lnTo>
                <a:lnTo>
                  <a:pt x="1498209" y="6331857"/>
                </a:lnTo>
                <a:close/>
                <a:moveTo>
                  <a:pt x="6331856" y="1164670"/>
                </a:moveTo>
                <a:lnTo>
                  <a:pt x="6331856" y="1256344"/>
                </a:lnTo>
                <a:lnTo>
                  <a:pt x="1256342" y="6331857"/>
                </a:lnTo>
                <a:lnTo>
                  <a:pt x="1164669" y="6331857"/>
                </a:lnTo>
                <a:close/>
                <a:moveTo>
                  <a:pt x="6331856" y="847204"/>
                </a:moveTo>
                <a:lnTo>
                  <a:pt x="6331856" y="922805"/>
                </a:lnTo>
                <a:lnTo>
                  <a:pt x="922804" y="6331857"/>
                </a:lnTo>
                <a:lnTo>
                  <a:pt x="847203" y="6331857"/>
                </a:lnTo>
                <a:close/>
                <a:moveTo>
                  <a:pt x="6331856" y="543919"/>
                </a:moveTo>
                <a:lnTo>
                  <a:pt x="6331856" y="605337"/>
                </a:lnTo>
                <a:lnTo>
                  <a:pt x="605336" y="6331857"/>
                </a:lnTo>
                <a:lnTo>
                  <a:pt x="543918" y="6331857"/>
                </a:lnTo>
                <a:close/>
                <a:moveTo>
                  <a:pt x="6331856" y="265071"/>
                </a:moveTo>
                <a:lnTo>
                  <a:pt x="6331856" y="302053"/>
                </a:lnTo>
                <a:lnTo>
                  <a:pt x="302052" y="6331857"/>
                </a:lnTo>
                <a:lnTo>
                  <a:pt x="265070" y="6331857"/>
                </a:lnTo>
                <a:close/>
                <a:moveTo>
                  <a:pt x="6331856" y="0"/>
                </a:moveTo>
                <a:lnTo>
                  <a:pt x="6331856" y="23204"/>
                </a:lnTo>
                <a:lnTo>
                  <a:pt x="23203" y="6331857"/>
                </a:lnTo>
                <a:lnTo>
                  <a:pt x="0" y="6331857"/>
                </a:lnTo>
                <a:close/>
              </a:path>
            </a:pathLst>
          </a:custGeom>
          <a:gradFill flip="none" rotWithShape="1">
            <a:gsLst>
              <a:gs pos="440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89DE3C28-3138-38B4-4D50-B20C16662A15}"/>
              </a:ext>
            </a:extLst>
          </p:cNvPr>
          <p:cNvGrpSpPr/>
          <p:nvPr/>
        </p:nvGrpSpPr>
        <p:grpSpPr>
          <a:xfrm>
            <a:off x="5704113" y="6200502"/>
            <a:ext cx="775064" cy="348343"/>
            <a:chOff x="5712822" y="6200502"/>
            <a:chExt cx="775064" cy="348343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13B89AD5-2571-3C8B-0077-470BD9BC77EA}"/>
                </a:ext>
              </a:extLst>
            </p:cNvPr>
            <p:cNvGrpSpPr/>
            <p:nvPr/>
          </p:nvGrpSpPr>
          <p:grpSpPr>
            <a:xfrm>
              <a:off x="5716073" y="6202384"/>
              <a:ext cx="759597" cy="322960"/>
              <a:chOff x="409575" y="3263900"/>
              <a:chExt cx="5070476" cy="2155826"/>
            </a:xfrm>
          </p:grpSpPr>
          <p:sp>
            <p:nvSpPr>
              <p:cNvPr id="12" name="Freeform 38">
                <a:extLst>
                  <a:ext uri="{FF2B5EF4-FFF2-40B4-BE49-F238E27FC236}">
                    <a16:creationId xmlns:a16="http://schemas.microsoft.com/office/drawing/2014/main" id="{38D296F3-F13F-AAA6-6EB2-F343DE5DF9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7875" y="5243513"/>
                <a:ext cx="136525" cy="136525"/>
              </a:xfrm>
              <a:custGeom>
                <a:avLst/>
                <a:gdLst/>
                <a:ahLst/>
                <a:cxnLst>
                  <a:cxn ang="0">
                    <a:pos x="36" y="5"/>
                  </a:cxn>
                  <a:cxn ang="0">
                    <a:pos x="29" y="0"/>
                  </a:cxn>
                  <a:cxn ang="0">
                    <a:pos x="22" y="6"/>
                  </a:cxn>
                  <a:cxn ang="0">
                    <a:pos x="23" y="9"/>
                  </a:cxn>
                  <a:cxn ang="0">
                    <a:pos x="17" y="8"/>
                  </a:cxn>
                  <a:cxn ang="0">
                    <a:pos x="0" y="23"/>
                  </a:cxn>
                  <a:cxn ang="0">
                    <a:pos x="18" y="35"/>
                  </a:cxn>
                  <a:cxn ang="0">
                    <a:pos x="35" y="21"/>
                  </a:cxn>
                  <a:cxn ang="0">
                    <a:pos x="29" y="11"/>
                  </a:cxn>
                  <a:cxn ang="0">
                    <a:pos x="29" y="11"/>
                  </a:cxn>
                  <a:cxn ang="0">
                    <a:pos x="36" y="5"/>
                  </a:cxn>
                </a:cxnLst>
                <a:rect l="0" t="0" r="r" b="b"/>
                <a:pathLst>
                  <a:path w="36" h="36">
                    <a:moveTo>
                      <a:pt x="36" y="5"/>
                    </a:moveTo>
                    <a:cubicBezTo>
                      <a:pt x="36" y="2"/>
                      <a:pt x="33" y="0"/>
                      <a:pt x="29" y="0"/>
                    </a:cubicBezTo>
                    <a:cubicBezTo>
                      <a:pt x="25" y="1"/>
                      <a:pt x="22" y="3"/>
                      <a:pt x="22" y="6"/>
                    </a:cubicBezTo>
                    <a:cubicBezTo>
                      <a:pt x="22" y="7"/>
                      <a:pt x="23" y="8"/>
                      <a:pt x="23" y="9"/>
                    </a:cubicBezTo>
                    <a:cubicBezTo>
                      <a:pt x="21" y="8"/>
                      <a:pt x="19" y="8"/>
                      <a:pt x="17" y="8"/>
                    </a:cubicBezTo>
                    <a:cubicBezTo>
                      <a:pt x="7" y="9"/>
                      <a:pt x="0" y="15"/>
                      <a:pt x="0" y="23"/>
                    </a:cubicBezTo>
                    <a:cubicBezTo>
                      <a:pt x="0" y="30"/>
                      <a:pt x="8" y="36"/>
                      <a:pt x="18" y="35"/>
                    </a:cubicBezTo>
                    <a:cubicBezTo>
                      <a:pt x="27" y="35"/>
                      <a:pt x="35" y="28"/>
                      <a:pt x="35" y="21"/>
                    </a:cubicBezTo>
                    <a:cubicBezTo>
                      <a:pt x="35" y="17"/>
                      <a:pt x="33" y="13"/>
                      <a:pt x="29" y="11"/>
                    </a:cubicBezTo>
                    <a:cubicBezTo>
                      <a:pt x="29" y="11"/>
                      <a:pt x="29" y="11"/>
                      <a:pt x="29" y="11"/>
                    </a:cubicBezTo>
                    <a:cubicBezTo>
                      <a:pt x="33" y="11"/>
                      <a:pt x="36" y="8"/>
                      <a:pt x="36" y="5"/>
                    </a:cubicBezTo>
                    <a:close/>
                  </a:path>
                </a:pathLst>
              </a:custGeom>
              <a:solidFill>
                <a:srgbClr val="40352D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3" name="Freeform 39">
                <a:extLst>
                  <a:ext uri="{FF2B5EF4-FFF2-40B4-BE49-F238E27FC236}">
                    <a16:creationId xmlns:a16="http://schemas.microsoft.com/office/drawing/2014/main" id="{F6615163-34DA-7EAC-12FB-37DB45C34F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11713" y="3733801"/>
                <a:ext cx="649288" cy="1273175"/>
              </a:xfrm>
              <a:custGeom>
                <a:avLst/>
                <a:gdLst/>
                <a:ahLst/>
                <a:cxnLst>
                  <a:cxn ang="0">
                    <a:pos x="45" y="204"/>
                  </a:cxn>
                  <a:cxn ang="0">
                    <a:pos x="24" y="236"/>
                  </a:cxn>
                  <a:cxn ang="0">
                    <a:pos x="8" y="276"/>
                  </a:cxn>
                  <a:cxn ang="0">
                    <a:pos x="0" y="332"/>
                  </a:cxn>
                  <a:cxn ang="0">
                    <a:pos x="0" y="337"/>
                  </a:cxn>
                  <a:cxn ang="0">
                    <a:pos x="3" y="332"/>
                  </a:cxn>
                  <a:cxn ang="0">
                    <a:pos x="7" y="326"/>
                  </a:cxn>
                  <a:cxn ang="0">
                    <a:pos x="62" y="246"/>
                  </a:cxn>
                  <a:cxn ang="0">
                    <a:pos x="148" y="80"/>
                  </a:cxn>
                  <a:cxn ang="0">
                    <a:pos x="171" y="0"/>
                  </a:cxn>
                  <a:cxn ang="0">
                    <a:pos x="171" y="0"/>
                  </a:cxn>
                  <a:cxn ang="0">
                    <a:pos x="45" y="204"/>
                  </a:cxn>
                </a:cxnLst>
                <a:rect l="0" t="0" r="r" b="b"/>
                <a:pathLst>
                  <a:path w="171" h="337">
                    <a:moveTo>
                      <a:pt x="45" y="204"/>
                    </a:moveTo>
                    <a:cubicBezTo>
                      <a:pt x="43" y="207"/>
                      <a:pt x="33" y="218"/>
                      <a:pt x="24" y="236"/>
                    </a:cubicBezTo>
                    <a:cubicBezTo>
                      <a:pt x="21" y="241"/>
                      <a:pt x="14" y="256"/>
                      <a:pt x="8" y="276"/>
                    </a:cubicBezTo>
                    <a:cubicBezTo>
                      <a:pt x="4" y="290"/>
                      <a:pt x="0" y="309"/>
                      <a:pt x="0" y="332"/>
                    </a:cubicBezTo>
                    <a:cubicBezTo>
                      <a:pt x="0" y="334"/>
                      <a:pt x="0" y="336"/>
                      <a:pt x="0" y="337"/>
                    </a:cubicBezTo>
                    <a:cubicBezTo>
                      <a:pt x="1" y="336"/>
                      <a:pt x="2" y="334"/>
                      <a:pt x="3" y="332"/>
                    </a:cubicBezTo>
                    <a:cubicBezTo>
                      <a:pt x="3" y="332"/>
                      <a:pt x="5" y="329"/>
                      <a:pt x="7" y="326"/>
                    </a:cubicBezTo>
                    <a:cubicBezTo>
                      <a:pt x="32" y="288"/>
                      <a:pt x="62" y="246"/>
                      <a:pt x="62" y="246"/>
                    </a:cubicBezTo>
                    <a:cubicBezTo>
                      <a:pt x="121" y="165"/>
                      <a:pt x="148" y="80"/>
                      <a:pt x="148" y="80"/>
                    </a:cubicBezTo>
                    <a:cubicBezTo>
                      <a:pt x="158" y="50"/>
                      <a:pt x="171" y="0"/>
                      <a:pt x="171" y="0"/>
                    </a:cubicBezTo>
                    <a:cubicBezTo>
                      <a:pt x="171" y="0"/>
                      <a:pt x="171" y="0"/>
                      <a:pt x="171" y="0"/>
                    </a:cubicBezTo>
                    <a:cubicBezTo>
                      <a:pt x="155" y="62"/>
                      <a:pt x="102" y="135"/>
                      <a:pt x="45" y="204"/>
                    </a:cubicBezTo>
                    <a:close/>
                  </a:path>
                </a:pathLst>
              </a:custGeom>
              <a:solidFill>
                <a:srgbClr val="FFB6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" name="Freeform 40">
                <a:extLst>
                  <a:ext uri="{FF2B5EF4-FFF2-40B4-BE49-F238E27FC236}">
                    <a16:creationId xmlns:a16="http://schemas.microsoft.com/office/drawing/2014/main" id="{C4E995A7-4752-2517-76F1-5FBCFD51BC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30763" y="3678238"/>
                <a:ext cx="649288" cy="1354138"/>
              </a:xfrm>
              <a:custGeom>
                <a:avLst/>
                <a:gdLst/>
                <a:ahLst/>
                <a:cxnLst>
                  <a:cxn ang="0">
                    <a:pos x="169" y="0"/>
                  </a:cxn>
                  <a:cxn ang="0">
                    <a:pos x="156" y="62"/>
                  </a:cxn>
                  <a:cxn ang="0">
                    <a:pos x="156" y="64"/>
                  </a:cxn>
                  <a:cxn ang="0">
                    <a:pos x="140" y="106"/>
                  </a:cxn>
                  <a:cxn ang="0">
                    <a:pos x="125" y="145"/>
                  </a:cxn>
                  <a:cxn ang="0">
                    <a:pos x="28" y="315"/>
                  </a:cxn>
                  <a:cxn ang="0">
                    <a:pos x="0" y="359"/>
                  </a:cxn>
                  <a:cxn ang="0">
                    <a:pos x="13" y="357"/>
                  </a:cxn>
                  <a:cxn ang="0">
                    <a:pos x="60" y="329"/>
                  </a:cxn>
                  <a:cxn ang="0">
                    <a:pos x="98" y="281"/>
                  </a:cxn>
                  <a:cxn ang="0">
                    <a:pos x="153" y="145"/>
                  </a:cxn>
                  <a:cxn ang="0">
                    <a:pos x="169" y="0"/>
                  </a:cxn>
                </a:cxnLst>
                <a:rect l="0" t="0" r="r" b="b"/>
                <a:pathLst>
                  <a:path w="171" h="359">
                    <a:moveTo>
                      <a:pt x="169" y="0"/>
                    </a:moveTo>
                    <a:cubicBezTo>
                      <a:pt x="168" y="18"/>
                      <a:pt x="163" y="40"/>
                      <a:pt x="156" y="62"/>
                    </a:cubicBezTo>
                    <a:cubicBezTo>
                      <a:pt x="156" y="62"/>
                      <a:pt x="156" y="63"/>
                      <a:pt x="156" y="64"/>
                    </a:cubicBezTo>
                    <a:cubicBezTo>
                      <a:pt x="153" y="72"/>
                      <a:pt x="148" y="86"/>
                      <a:pt x="140" y="106"/>
                    </a:cubicBezTo>
                    <a:cubicBezTo>
                      <a:pt x="136" y="119"/>
                      <a:pt x="130" y="132"/>
                      <a:pt x="125" y="145"/>
                    </a:cubicBezTo>
                    <a:cubicBezTo>
                      <a:pt x="107" y="189"/>
                      <a:pt x="77" y="249"/>
                      <a:pt x="28" y="315"/>
                    </a:cubicBezTo>
                    <a:cubicBezTo>
                      <a:pt x="28" y="315"/>
                      <a:pt x="16" y="334"/>
                      <a:pt x="0" y="359"/>
                    </a:cubicBezTo>
                    <a:cubicBezTo>
                      <a:pt x="3" y="359"/>
                      <a:pt x="7" y="358"/>
                      <a:pt x="13" y="357"/>
                    </a:cubicBezTo>
                    <a:cubicBezTo>
                      <a:pt x="37" y="352"/>
                      <a:pt x="53" y="337"/>
                      <a:pt x="60" y="329"/>
                    </a:cubicBezTo>
                    <a:cubicBezTo>
                      <a:pt x="70" y="318"/>
                      <a:pt x="84" y="302"/>
                      <a:pt x="98" y="281"/>
                    </a:cubicBezTo>
                    <a:cubicBezTo>
                      <a:pt x="105" y="271"/>
                      <a:pt x="135" y="225"/>
                      <a:pt x="153" y="145"/>
                    </a:cubicBezTo>
                    <a:cubicBezTo>
                      <a:pt x="171" y="67"/>
                      <a:pt x="169" y="0"/>
                      <a:pt x="169" y="0"/>
                    </a:cubicBezTo>
                    <a:close/>
                  </a:path>
                </a:pathLst>
              </a:custGeom>
              <a:solidFill>
                <a:srgbClr val="FFB6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" name="Freeform 41">
                <a:extLst>
                  <a:ext uri="{FF2B5EF4-FFF2-40B4-BE49-F238E27FC236}">
                    <a16:creationId xmlns:a16="http://schemas.microsoft.com/office/drawing/2014/main" id="{DA567799-7748-A0DA-279B-A14BC74105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2500" y="3848101"/>
                <a:ext cx="679450" cy="1266825"/>
              </a:xfrm>
              <a:custGeom>
                <a:avLst/>
                <a:gdLst/>
                <a:ahLst/>
                <a:cxnLst>
                  <a:cxn ang="0">
                    <a:pos x="147" y="80"/>
                  </a:cxn>
                  <a:cxn ang="0">
                    <a:pos x="73" y="214"/>
                  </a:cxn>
                  <a:cxn ang="0">
                    <a:pos x="20" y="296"/>
                  </a:cxn>
                  <a:cxn ang="0">
                    <a:pos x="13" y="307"/>
                  </a:cxn>
                  <a:cxn ang="0">
                    <a:pos x="12" y="309"/>
                  </a:cxn>
                  <a:cxn ang="0">
                    <a:pos x="0" y="329"/>
                  </a:cxn>
                  <a:cxn ang="0">
                    <a:pos x="5" y="329"/>
                  </a:cxn>
                  <a:cxn ang="0">
                    <a:pos x="11" y="323"/>
                  </a:cxn>
                  <a:cxn ang="0">
                    <a:pos x="6" y="331"/>
                  </a:cxn>
                  <a:cxn ang="0">
                    <a:pos x="15" y="319"/>
                  </a:cxn>
                  <a:cxn ang="0">
                    <a:pos x="18" y="314"/>
                  </a:cxn>
                  <a:cxn ang="0">
                    <a:pos x="46" y="270"/>
                  </a:cxn>
                  <a:cxn ang="0">
                    <a:pos x="143" y="100"/>
                  </a:cxn>
                  <a:cxn ang="0">
                    <a:pos x="158" y="61"/>
                  </a:cxn>
                  <a:cxn ang="0">
                    <a:pos x="179" y="0"/>
                  </a:cxn>
                  <a:cxn ang="0">
                    <a:pos x="147" y="80"/>
                  </a:cxn>
                </a:cxnLst>
                <a:rect l="0" t="0" r="r" b="b"/>
                <a:pathLst>
                  <a:path w="179" h="336">
                    <a:moveTo>
                      <a:pt x="147" y="80"/>
                    </a:moveTo>
                    <a:cubicBezTo>
                      <a:pt x="118" y="143"/>
                      <a:pt x="87" y="191"/>
                      <a:pt x="73" y="214"/>
                    </a:cubicBezTo>
                    <a:cubicBezTo>
                      <a:pt x="23" y="292"/>
                      <a:pt x="20" y="296"/>
                      <a:pt x="20" y="296"/>
                    </a:cubicBezTo>
                    <a:cubicBezTo>
                      <a:pt x="17" y="300"/>
                      <a:pt x="15" y="304"/>
                      <a:pt x="13" y="307"/>
                    </a:cubicBezTo>
                    <a:cubicBezTo>
                      <a:pt x="12" y="308"/>
                      <a:pt x="12" y="309"/>
                      <a:pt x="12" y="309"/>
                    </a:cubicBezTo>
                    <a:cubicBezTo>
                      <a:pt x="7" y="316"/>
                      <a:pt x="3" y="323"/>
                      <a:pt x="0" y="329"/>
                    </a:cubicBezTo>
                    <a:cubicBezTo>
                      <a:pt x="0" y="331"/>
                      <a:pt x="0" y="336"/>
                      <a:pt x="5" y="329"/>
                    </a:cubicBezTo>
                    <a:cubicBezTo>
                      <a:pt x="12" y="321"/>
                      <a:pt x="11" y="323"/>
                      <a:pt x="11" y="323"/>
                    </a:cubicBezTo>
                    <a:cubicBezTo>
                      <a:pt x="11" y="323"/>
                      <a:pt x="9" y="326"/>
                      <a:pt x="6" y="331"/>
                    </a:cubicBezTo>
                    <a:cubicBezTo>
                      <a:pt x="9" y="327"/>
                      <a:pt x="12" y="323"/>
                      <a:pt x="15" y="319"/>
                    </a:cubicBezTo>
                    <a:cubicBezTo>
                      <a:pt x="16" y="317"/>
                      <a:pt x="17" y="316"/>
                      <a:pt x="18" y="314"/>
                    </a:cubicBezTo>
                    <a:cubicBezTo>
                      <a:pt x="34" y="289"/>
                      <a:pt x="46" y="270"/>
                      <a:pt x="46" y="270"/>
                    </a:cubicBezTo>
                    <a:cubicBezTo>
                      <a:pt x="95" y="204"/>
                      <a:pt x="125" y="144"/>
                      <a:pt x="143" y="100"/>
                    </a:cubicBezTo>
                    <a:cubicBezTo>
                      <a:pt x="151" y="81"/>
                      <a:pt x="158" y="61"/>
                      <a:pt x="158" y="61"/>
                    </a:cubicBezTo>
                    <a:cubicBezTo>
                      <a:pt x="167" y="37"/>
                      <a:pt x="174" y="16"/>
                      <a:pt x="179" y="0"/>
                    </a:cubicBezTo>
                    <a:cubicBezTo>
                      <a:pt x="173" y="19"/>
                      <a:pt x="162" y="47"/>
                      <a:pt x="147" y="80"/>
                    </a:cubicBezTo>
                    <a:close/>
                  </a:path>
                </a:pathLst>
              </a:custGeom>
              <a:solidFill>
                <a:srgbClr val="E9EDF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6" name="Freeform 42">
                <a:extLst>
                  <a:ext uri="{FF2B5EF4-FFF2-40B4-BE49-F238E27FC236}">
                    <a16:creationId xmlns:a16="http://schemas.microsoft.com/office/drawing/2014/main" id="{1916ED1D-C451-9C8C-79D3-588DA2AF7A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89475" y="5059363"/>
                <a:ext cx="117475" cy="150813"/>
              </a:xfrm>
              <a:custGeom>
                <a:avLst/>
                <a:gdLst/>
                <a:ahLst/>
                <a:cxnLst>
                  <a:cxn ang="0">
                    <a:pos x="24" y="8"/>
                  </a:cxn>
                  <a:cxn ang="0">
                    <a:pos x="19" y="8"/>
                  </a:cxn>
                  <a:cxn ang="0">
                    <a:pos x="14" y="15"/>
                  </a:cxn>
                  <a:cxn ang="0">
                    <a:pos x="0" y="40"/>
                  </a:cxn>
                  <a:cxn ang="0">
                    <a:pos x="25" y="10"/>
                  </a:cxn>
                  <a:cxn ang="0">
                    <a:pos x="30" y="2"/>
                  </a:cxn>
                  <a:cxn ang="0">
                    <a:pos x="24" y="8"/>
                  </a:cxn>
                </a:cxnLst>
                <a:rect l="0" t="0" r="r" b="b"/>
                <a:pathLst>
                  <a:path w="31" h="40">
                    <a:moveTo>
                      <a:pt x="24" y="8"/>
                    </a:moveTo>
                    <a:cubicBezTo>
                      <a:pt x="19" y="15"/>
                      <a:pt x="19" y="10"/>
                      <a:pt x="19" y="8"/>
                    </a:cubicBezTo>
                    <a:cubicBezTo>
                      <a:pt x="17" y="10"/>
                      <a:pt x="16" y="13"/>
                      <a:pt x="14" y="15"/>
                    </a:cubicBezTo>
                    <a:cubicBezTo>
                      <a:pt x="8" y="26"/>
                      <a:pt x="0" y="40"/>
                      <a:pt x="0" y="40"/>
                    </a:cubicBezTo>
                    <a:cubicBezTo>
                      <a:pt x="8" y="32"/>
                      <a:pt x="17" y="21"/>
                      <a:pt x="25" y="10"/>
                    </a:cubicBezTo>
                    <a:cubicBezTo>
                      <a:pt x="28" y="5"/>
                      <a:pt x="30" y="2"/>
                      <a:pt x="30" y="2"/>
                    </a:cubicBezTo>
                    <a:cubicBezTo>
                      <a:pt x="30" y="2"/>
                      <a:pt x="31" y="0"/>
                      <a:pt x="24" y="8"/>
                    </a:cubicBezTo>
                    <a:close/>
                  </a:path>
                </a:pathLst>
              </a:custGeom>
              <a:solidFill>
                <a:srgbClr val="ADB9B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7" name="Rectangle 46">
                <a:extLst>
                  <a:ext uri="{FF2B5EF4-FFF2-40B4-BE49-F238E27FC236}">
                    <a16:creationId xmlns:a16="http://schemas.microsoft.com/office/drawing/2014/main" id="{7C473309-869A-E8A6-04E2-43E0162DE5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3663" y="4314825"/>
                <a:ext cx="150813" cy="1082675"/>
              </a:xfrm>
              <a:prstGeom prst="rect">
                <a:avLst/>
              </a:prstGeom>
              <a:solidFill>
                <a:srgbClr val="231F2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8" name="Freeform 47">
                <a:extLst>
                  <a:ext uri="{FF2B5EF4-FFF2-40B4-BE49-F238E27FC236}">
                    <a16:creationId xmlns:a16="http://schemas.microsoft.com/office/drawing/2014/main" id="{B5026821-2B82-88D6-2DFB-9224B772FA4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09575" y="4314825"/>
                <a:ext cx="860425" cy="1082675"/>
              </a:xfrm>
              <a:custGeom>
                <a:avLst/>
                <a:gdLst/>
                <a:ahLst/>
                <a:cxnLst>
                  <a:cxn ang="0">
                    <a:pos x="189" y="43"/>
                  </a:cxn>
                  <a:cxn ang="0">
                    <a:pos x="151" y="43"/>
                  </a:cxn>
                  <a:cxn ang="0">
                    <a:pos x="144" y="32"/>
                  </a:cxn>
                  <a:cxn ang="0">
                    <a:pos x="82" y="0"/>
                  </a:cxn>
                  <a:cxn ang="0">
                    <a:pos x="20" y="32"/>
                  </a:cxn>
                  <a:cxn ang="0">
                    <a:pos x="0" y="104"/>
                  </a:cxn>
                  <a:cxn ang="0">
                    <a:pos x="20" y="174"/>
                  </a:cxn>
                  <a:cxn ang="0">
                    <a:pos x="82" y="206"/>
                  </a:cxn>
                  <a:cxn ang="0">
                    <a:pos x="144" y="174"/>
                  </a:cxn>
                  <a:cxn ang="0">
                    <a:pos x="148" y="168"/>
                  </a:cxn>
                  <a:cxn ang="0">
                    <a:pos x="189" y="168"/>
                  </a:cxn>
                  <a:cxn ang="0">
                    <a:pos x="189" y="287"/>
                  </a:cxn>
                  <a:cxn ang="0">
                    <a:pos x="229" y="287"/>
                  </a:cxn>
                  <a:cxn ang="0">
                    <a:pos x="229" y="0"/>
                  </a:cxn>
                  <a:cxn ang="0">
                    <a:pos x="189" y="0"/>
                  </a:cxn>
                  <a:cxn ang="0">
                    <a:pos x="189" y="43"/>
                  </a:cxn>
                  <a:cxn ang="0">
                    <a:pos x="115" y="149"/>
                  </a:cxn>
                  <a:cxn ang="0">
                    <a:pos x="82" y="170"/>
                  </a:cxn>
                  <a:cxn ang="0">
                    <a:pos x="49" y="149"/>
                  </a:cxn>
                  <a:cxn ang="0">
                    <a:pos x="38" y="104"/>
                  </a:cxn>
                  <a:cxn ang="0">
                    <a:pos x="49" y="57"/>
                  </a:cxn>
                  <a:cxn ang="0">
                    <a:pos x="82" y="36"/>
                  </a:cxn>
                  <a:cxn ang="0">
                    <a:pos x="115" y="57"/>
                  </a:cxn>
                  <a:cxn ang="0">
                    <a:pos x="127" y="104"/>
                  </a:cxn>
                  <a:cxn ang="0">
                    <a:pos x="115" y="149"/>
                  </a:cxn>
                  <a:cxn ang="0">
                    <a:pos x="189" y="132"/>
                  </a:cxn>
                  <a:cxn ang="0">
                    <a:pos x="162" y="132"/>
                  </a:cxn>
                  <a:cxn ang="0">
                    <a:pos x="164" y="104"/>
                  </a:cxn>
                  <a:cxn ang="0">
                    <a:pos x="162" y="79"/>
                  </a:cxn>
                  <a:cxn ang="0">
                    <a:pos x="189" y="79"/>
                  </a:cxn>
                  <a:cxn ang="0">
                    <a:pos x="189" y="132"/>
                  </a:cxn>
                </a:cxnLst>
                <a:rect l="0" t="0" r="r" b="b"/>
                <a:pathLst>
                  <a:path w="229" h="287">
                    <a:moveTo>
                      <a:pt x="189" y="43"/>
                    </a:moveTo>
                    <a:cubicBezTo>
                      <a:pt x="151" y="43"/>
                      <a:pt x="151" y="43"/>
                      <a:pt x="151" y="43"/>
                    </a:cubicBezTo>
                    <a:cubicBezTo>
                      <a:pt x="149" y="39"/>
                      <a:pt x="146" y="35"/>
                      <a:pt x="144" y="32"/>
                    </a:cubicBezTo>
                    <a:cubicBezTo>
                      <a:pt x="129" y="11"/>
                      <a:pt x="108" y="0"/>
                      <a:pt x="82" y="0"/>
                    </a:cubicBezTo>
                    <a:cubicBezTo>
                      <a:pt x="56" y="0"/>
                      <a:pt x="35" y="11"/>
                      <a:pt x="20" y="32"/>
                    </a:cubicBezTo>
                    <a:cubicBezTo>
                      <a:pt x="7" y="51"/>
                      <a:pt x="0" y="75"/>
                      <a:pt x="0" y="104"/>
                    </a:cubicBezTo>
                    <a:cubicBezTo>
                      <a:pt x="0" y="132"/>
                      <a:pt x="7" y="155"/>
                      <a:pt x="20" y="174"/>
                    </a:cubicBezTo>
                    <a:cubicBezTo>
                      <a:pt x="35" y="196"/>
                      <a:pt x="56" y="206"/>
                      <a:pt x="82" y="206"/>
                    </a:cubicBezTo>
                    <a:cubicBezTo>
                      <a:pt x="108" y="206"/>
                      <a:pt x="129" y="196"/>
                      <a:pt x="144" y="174"/>
                    </a:cubicBezTo>
                    <a:cubicBezTo>
                      <a:pt x="145" y="172"/>
                      <a:pt x="147" y="170"/>
                      <a:pt x="148" y="168"/>
                    </a:cubicBezTo>
                    <a:cubicBezTo>
                      <a:pt x="189" y="168"/>
                      <a:pt x="189" y="168"/>
                      <a:pt x="189" y="168"/>
                    </a:cubicBezTo>
                    <a:cubicBezTo>
                      <a:pt x="189" y="287"/>
                      <a:pt x="189" y="287"/>
                      <a:pt x="189" y="287"/>
                    </a:cubicBezTo>
                    <a:cubicBezTo>
                      <a:pt x="229" y="287"/>
                      <a:pt x="229" y="287"/>
                      <a:pt x="229" y="287"/>
                    </a:cubicBezTo>
                    <a:cubicBezTo>
                      <a:pt x="229" y="0"/>
                      <a:pt x="229" y="0"/>
                      <a:pt x="229" y="0"/>
                    </a:cubicBezTo>
                    <a:cubicBezTo>
                      <a:pt x="189" y="0"/>
                      <a:pt x="189" y="0"/>
                      <a:pt x="189" y="0"/>
                    </a:cubicBezTo>
                    <a:lnTo>
                      <a:pt x="189" y="43"/>
                    </a:lnTo>
                    <a:close/>
                    <a:moveTo>
                      <a:pt x="115" y="149"/>
                    </a:moveTo>
                    <a:cubicBezTo>
                      <a:pt x="107" y="163"/>
                      <a:pt x="96" y="170"/>
                      <a:pt x="82" y="170"/>
                    </a:cubicBezTo>
                    <a:cubicBezTo>
                      <a:pt x="68" y="170"/>
                      <a:pt x="57" y="163"/>
                      <a:pt x="49" y="149"/>
                    </a:cubicBezTo>
                    <a:cubicBezTo>
                      <a:pt x="42" y="137"/>
                      <a:pt x="38" y="121"/>
                      <a:pt x="38" y="104"/>
                    </a:cubicBezTo>
                    <a:cubicBezTo>
                      <a:pt x="38" y="86"/>
                      <a:pt x="42" y="70"/>
                      <a:pt x="49" y="57"/>
                    </a:cubicBezTo>
                    <a:cubicBezTo>
                      <a:pt x="57" y="43"/>
                      <a:pt x="68" y="36"/>
                      <a:pt x="82" y="36"/>
                    </a:cubicBezTo>
                    <a:cubicBezTo>
                      <a:pt x="96" y="36"/>
                      <a:pt x="107" y="43"/>
                      <a:pt x="115" y="57"/>
                    </a:cubicBezTo>
                    <a:cubicBezTo>
                      <a:pt x="123" y="70"/>
                      <a:pt x="127" y="86"/>
                      <a:pt x="127" y="104"/>
                    </a:cubicBezTo>
                    <a:cubicBezTo>
                      <a:pt x="127" y="121"/>
                      <a:pt x="123" y="137"/>
                      <a:pt x="115" y="149"/>
                    </a:cubicBezTo>
                    <a:close/>
                    <a:moveTo>
                      <a:pt x="189" y="132"/>
                    </a:moveTo>
                    <a:cubicBezTo>
                      <a:pt x="162" y="132"/>
                      <a:pt x="162" y="132"/>
                      <a:pt x="162" y="132"/>
                    </a:cubicBezTo>
                    <a:cubicBezTo>
                      <a:pt x="163" y="123"/>
                      <a:pt x="164" y="114"/>
                      <a:pt x="164" y="104"/>
                    </a:cubicBezTo>
                    <a:cubicBezTo>
                      <a:pt x="164" y="95"/>
                      <a:pt x="164" y="87"/>
                      <a:pt x="162" y="79"/>
                    </a:cubicBezTo>
                    <a:cubicBezTo>
                      <a:pt x="189" y="79"/>
                      <a:pt x="189" y="79"/>
                      <a:pt x="189" y="79"/>
                    </a:cubicBezTo>
                    <a:lnTo>
                      <a:pt x="189" y="132"/>
                    </a:lnTo>
                    <a:close/>
                  </a:path>
                </a:pathLst>
              </a:custGeom>
              <a:solidFill>
                <a:srgbClr val="231F2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9" name="Oval 48">
                <a:extLst>
                  <a:ext uri="{FF2B5EF4-FFF2-40B4-BE49-F238E27FC236}">
                    <a16:creationId xmlns:a16="http://schemas.microsoft.com/office/drawing/2014/main" id="{89716979-E9AE-5C7F-7EDD-6DF0390ED7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1550" y="5367338"/>
                <a:ext cx="1025525" cy="52388"/>
              </a:xfrm>
              <a:prstGeom prst="ellipse">
                <a:avLst/>
              </a:prstGeom>
              <a:solidFill>
                <a:srgbClr val="C8CACB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0" name="Freeform 49">
                <a:extLst>
                  <a:ext uri="{FF2B5EF4-FFF2-40B4-BE49-F238E27FC236}">
                    <a16:creationId xmlns:a16="http://schemas.microsoft.com/office/drawing/2014/main" id="{4D3F4FF3-3A83-C438-5033-3E799ABDCB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3488" y="3263900"/>
                <a:ext cx="2093913" cy="2098675"/>
              </a:xfrm>
              <a:custGeom>
                <a:avLst/>
                <a:gdLst/>
                <a:ahLst/>
                <a:cxnLst>
                  <a:cxn ang="0">
                    <a:pos x="549" y="317"/>
                  </a:cxn>
                  <a:cxn ang="0">
                    <a:pos x="540" y="355"/>
                  </a:cxn>
                  <a:cxn ang="0">
                    <a:pos x="241" y="548"/>
                  </a:cxn>
                  <a:cxn ang="0">
                    <a:pos x="202" y="540"/>
                  </a:cxn>
                  <a:cxn ang="0">
                    <a:pos x="9" y="240"/>
                  </a:cxn>
                  <a:cxn ang="0">
                    <a:pos x="17" y="202"/>
                  </a:cxn>
                  <a:cxn ang="0">
                    <a:pos x="317" y="9"/>
                  </a:cxn>
                  <a:cxn ang="0">
                    <a:pos x="356" y="17"/>
                  </a:cxn>
                  <a:cxn ang="0">
                    <a:pos x="549" y="317"/>
                  </a:cxn>
                </a:cxnLst>
                <a:rect l="0" t="0" r="r" b="b"/>
                <a:pathLst>
                  <a:path w="557" h="557">
                    <a:moveTo>
                      <a:pt x="549" y="317"/>
                    </a:moveTo>
                    <a:cubicBezTo>
                      <a:pt x="557" y="330"/>
                      <a:pt x="553" y="347"/>
                      <a:pt x="540" y="355"/>
                    </a:cubicBezTo>
                    <a:cubicBezTo>
                      <a:pt x="241" y="548"/>
                      <a:pt x="241" y="548"/>
                      <a:pt x="241" y="548"/>
                    </a:cubicBezTo>
                    <a:cubicBezTo>
                      <a:pt x="228" y="557"/>
                      <a:pt x="210" y="553"/>
                      <a:pt x="202" y="540"/>
                    </a:cubicBezTo>
                    <a:cubicBezTo>
                      <a:pt x="9" y="240"/>
                      <a:pt x="9" y="240"/>
                      <a:pt x="9" y="240"/>
                    </a:cubicBezTo>
                    <a:cubicBezTo>
                      <a:pt x="0" y="227"/>
                      <a:pt x="4" y="210"/>
                      <a:pt x="17" y="202"/>
                    </a:cubicBezTo>
                    <a:cubicBezTo>
                      <a:pt x="317" y="9"/>
                      <a:pt x="317" y="9"/>
                      <a:pt x="317" y="9"/>
                    </a:cubicBezTo>
                    <a:cubicBezTo>
                      <a:pt x="330" y="0"/>
                      <a:pt x="347" y="4"/>
                      <a:pt x="356" y="17"/>
                    </a:cubicBezTo>
                    <a:lnTo>
                      <a:pt x="549" y="317"/>
                    </a:lnTo>
                    <a:close/>
                  </a:path>
                </a:pathLst>
              </a:custGeom>
              <a:solidFill>
                <a:srgbClr val="BB283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1" name="Freeform 50">
                <a:extLst>
                  <a:ext uri="{FF2B5EF4-FFF2-40B4-BE49-F238E27FC236}">
                    <a16:creationId xmlns:a16="http://schemas.microsoft.com/office/drawing/2014/main" id="{A33033FB-F48A-79C9-E6D8-F9B04C02FF2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682750" y="4314825"/>
                <a:ext cx="1073150" cy="1082675"/>
              </a:xfrm>
              <a:custGeom>
                <a:avLst/>
                <a:gdLst/>
                <a:ahLst/>
                <a:cxnLst>
                  <a:cxn ang="0">
                    <a:pos x="200" y="101"/>
                  </a:cxn>
                  <a:cxn ang="0">
                    <a:pos x="285" y="151"/>
                  </a:cxn>
                  <a:cxn ang="0">
                    <a:pos x="264" y="178"/>
                  </a:cxn>
                  <a:cxn ang="0">
                    <a:pos x="189" y="144"/>
                  </a:cxn>
                  <a:cxn ang="0">
                    <a:pos x="141" y="97"/>
                  </a:cxn>
                  <a:cxn ang="0">
                    <a:pos x="94" y="144"/>
                  </a:cxn>
                  <a:cxn ang="0">
                    <a:pos x="19" y="178"/>
                  </a:cxn>
                  <a:cxn ang="0">
                    <a:pos x="0" y="151"/>
                  </a:cxn>
                  <a:cxn ang="0">
                    <a:pos x="82" y="101"/>
                  </a:cxn>
                  <a:cxn ang="0">
                    <a:pos x="118" y="0"/>
                  </a:cxn>
                  <a:cxn ang="0">
                    <a:pos x="165" y="0"/>
                  </a:cxn>
                  <a:cxn ang="0">
                    <a:pos x="200" y="101"/>
                  </a:cxn>
                  <a:cxn ang="0">
                    <a:pos x="282" y="252"/>
                  </a:cxn>
                  <a:cxn ang="0">
                    <a:pos x="282" y="287"/>
                  </a:cxn>
                  <a:cxn ang="0">
                    <a:pos x="2" y="287"/>
                  </a:cxn>
                  <a:cxn ang="0">
                    <a:pos x="2" y="252"/>
                  </a:cxn>
                  <a:cxn ang="0">
                    <a:pos x="282" y="252"/>
                  </a:cxn>
                </a:cxnLst>
                <a:rect l="0" t="0" r="r" b="b"/>
                <a:pathLst>
                  <a:path w="285" h="287">
                    <a:moveTo>
                      <a:pt x="200" y="101"/>
                    </a:moveTo>
                    <a:cubicBezTo>
                      <a:pt x="220" y="122"/>
                      <a:pt x="248" y="139"/>
                      <a:pt x="285" y="151"/>
                    </a:cubicBezTo>
                    <a:cubicBezTo>
                      <a:pt x="264" y="178"/>
                      <a:pt x="264" y="178"/>
                      <a:pt x="264" y="178"/>
                    </a:cubicBezTo>
                    <a:cubicBezTo>
                      <a:pt x="233" y="168"/>
                      <a:pt x="209" y="157"/>
                      <a:pt x="189" y="144"/>
                    </a:cubicBezTo>
                    <a:cubicBezTo>
                      <a:pt x="169" y="130"/>
                      <a:pt x="153" y="115"/>
                      <a:pt x="141" y="97"/>
                    </a:cubicBezTo>
                    <a:cubicBezTo>
                      <a:pt x="130" y="115"/>
                      <a:pt x="114" y="130"/>
                      <a:pt x="94" y="144"/>
                    </a:cubicBezTo>
                    <a:cubicBezTo>
                      <a:pt x="74" y="157"/>
                      <a:pt x="49" y="168"/>
                      <a:pt x="19" y="178"/>
                    </a:cubicBezTo>
                    <a:cubicBezTo>
                      <a:pt x="0" y="151"/>
                      <a:pt x="0" y="151"/>
                      <a:pt x="0" y="151"/>
                    </a:cubicBezTo>
                    <a:cubicBezTo>
                      <a:pt x="35" y="139"/>
                      <a:pt x="62" y="122"/>
                      <a:pt x="82" y="101"/>
                    </a:cubicBezTo>
                    <a:cubicBezTo>
                      <a:pt x="106" y="75"/>
                      <a:pt x="118" y="41"/>
                      <a:pt x="118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65" y="42"/>
                      <a:pt x="177" y="76"/>
                      <a:pt x="200" y="101"/>
                    </a:cubicBezTo>
                    <a:close/>
                    <a:moveTo>
                      <a:pt x="282" y="252"/>
                    </a:moveTo>
                    <a:cubicBezTo>
                      <a:pt x="282" y="287"/>
                      <a:pt x="282" y="287"/>
                      <a:pt x="282" y="287"/>
                    </a:cubicBezTo>
                    <a:cubicBezTo>
                      <a:pt x="2" y="287"/>
                      <a:pt x="2" y="287"/>
                      <a:pt x="2" y="287"/>
                    </a:cubicBezTo>
                    <a:cubicBezTo>
                      <a:pt x="2" y="252"/>
                      <a:pt x="2" y="252"/>
                      <a:pt x="2" y="252"/>
                    </a:cubicBezTo>
                    <a:lnTo>
                      <a:pt x="282" y="252"/>
                    </a:lnTo>
                    <a:close/>
                  </a:path>
                </a:pathLst>
              </a:custGeom>
              <a:solidFill>
                <a:srgbClr val="231F2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2" name="Freeform 51">
                <a:extLst>
                  <a:ext uri="{FF2B5EF4-FFF2-40B4-BE49-F238E27FC236}">
                    <a16:creationId xmlns:a16="http://schemas.microsoft.com/office/drawing/2014/main" id="{6A2A71F2-F70E-E98E-5E06-9E00E69ABAA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73363" y="3516313"/>
                <a:ext cx="1546225" cy="1557338"/>
              </a:xfrm>
              <a:custGeom>
                <a:avLst/>
                <a:gdLst/>
                <a:ahLst/>
                <a:cxnLst>
                  <a:cxn ang="0">
                    <a:pos x="236" y="0"/>
                  </a:cxn>
                  <a:cxn ang="0">
                    <a:pos x="257" y="31"/>
                  </a:cxn>
                  <a:cxn ang="0">
                    <a:pos x="223" y="53"/>
                  </a:cxn>
                  <a:cxn ang="0">
                    <a:pos x="249" y="94"/>
                  </a:cxn>
                  <a:cxn ang="0">
                    <a:pos x="283" y="72"/>
                  </a:cxn>
                  <a:cxn ang="0">
                    <a:pos x="303" y="104"/>
                  </a:cxn>
                  <a:cxn ang="0">
                    <a:pos x="210" y="164"/>
                  </a:cxn>
                  <a:cxn ang="0">
                    <a:pos x="224" y="187"/>
                  </a:cxn>
                  <a:cxn ang="0">
                    <a:pos x="328" y="119"/>
                  </a:cxn>
                  <a:cxn ang="0">
                    <a:pos x="349" y="151"/>
                  </a:cxn>
                  <a:cxn ang="0">
                    <a:pos x="92" y="318"/>
                  </a:cxn>
                  <a:cxn ang="0">
                    <a:pos x="71" y="286"/>
                  </a:cxn>
                  <a:cxn ang="0">
                    <a:pos x="181" y="215"/>
                  </a:cxn>
                  <a:cxn ang="0">
                    <a:pos x="166" y="193"/>
                  </a:cxn>
                  <a:cxn ang="0">
                    <a:pos x="67" y="257"/>
                  </a:cxn>
                  <a:cxn ang="0">
                    <a:pos x="47" y="225"/>
                  </a:cxn>
                  <a:cxn ang="0">
                    <a:pos x="81" y="203"/>
                  </a:cxn>
                  <a:cxn ang="0">
                    <a:pos x="55" y="163"/>
                  </a:cxn>
                  <a:cxn ang="0">
                    <a:pos x="21" y="185"/>
                  </a:cxn>
                  <a:cxn ang="0">
                    <a:pos x="0" y="153"/>
                  </a:cxn>
                  <a:cxn ang="0">
                    <a:pos x="236" y="0"/>
                  </a:cxn>
                  <a:cxn ang="0">
                    <a:pos x="99" y="134"/>
                  </a:cxn>
                  <a:cxn ang="0">
                    <a:pos x="125" y="175"/>
                  </a:cxn>
                  <a:cxn ang="0">
                    <a:pos x="205" y="122"/>
                  </a:cxn>
                  <a:cxn ang="0">
                    <a:pos x="179" y="82"/>
                  </a:cxn>
                  <a:cxn ang="0">
                    <a:pos x="99" y="134"/>
                  </a:cxn>
                  <a:cxn ang="0">
                    <a:pos x="348" y="182"/>
                  </a:cxn>
                  <a:cxn ang="0">
                    <a:pos x="411" y="278"/>
                  </a:cxn>
                  <a:cxn ang="0">
                    <a:pos x="219" y="403"/>
                  </a:cxn>
                  <a:cxn ang="0">
                    <a:pos x="186" y="412"/>
                  </a:cxn>
                  <a:cxn ang="0">
                    <a:pos x="162" y="394"/>
                  </a:cxn>
                  <a:cxn ang="0">
                    <a:pos x="120" y="329"/>
                  </a:cxn>
                  <a:cxn ang="0">
                    <a:pos x="348" y="182"/>
                  </a:cxn>
                  <a:cxn ang="0">
                    <a:pos x="185" y="333"/>
                  </a:cxn>
                  <a:cxn ang="0">
                    <a:pos x="206" y="365"/>
                  </a:cxn>
                  <a:cxn ang="0">
                    <a:pos x="346" y="275"/>
                  </a:cxn>
                  <a:cxn ang="0">
                    <a:pos x="325" y="243"/>
                  </a:cxn>
                  <a:cxn ang="0">
                    <a:pos x="185" y="333"/>
                  </a:cxn>
                </a:cxnLst>
                <a:rect l="0" t="0" r="r" b="b"/>
                <a:pathLst>
                  <a:path w="411" h="413">
                    <a:moveTo>
                      <a:pt x="236" y="0"/>
                    </a:moveTo>
                    <a:cubicBezTo>
                      <a:pt x="257" y="31"/>
                      <a:pt x="257" y="31"/>
                      <a:pt x="257" y="31"/>
                    </a:cubicBezTo>
                    <a:cubicBezTo>
                      <a:pt x="223" y="53"/>
                      <a:pt x="223" y="53"/>
                      <a:pt x="223" y="53"/>
                    </a:cubicBezTo>
                    <a:cubicBezTo>
                      <a:pt x="249" y="94"/>
                      <a:pt x="249" y="94"/>
                      <a:pt x="249" y="94"/>
                    </a:cubicBezTo>
                    <a:cubicBezTo>
                      <a:pt x="283" y="72"/>
                      <a:pt x="283" y="72"/>
                      <a:pt x="283" y="72"/>
                    </a:cubicBezTo>
                    <a:cubicBezTo>
                      <a:pt x="303" y="104"/>
                      <a:pt x="303" y="104"/>
                      <a:pt x="303" y="104"/>
                    </a:cubicBezTo>
                    <a:cubicBezTo>
                      <a:pt x="210" y="164"/>
                      <a:pt x="210" y="164"/>
                      <a:pt x="210" y="164"/>
                    </a:cubicBezTo>
                    <a:cubicBezTo>
                      <a:pt x="224" y="187"/>
                      <a:pt x="224" y="187"/>
                      <a:pt x="224" y="187"/>
                    </a:cubicBezTo>
                    <a:cubicBezTo>
                      <a:pt x="328" y="119"/>
                      <a:pt x="328" y="119"/>
                      <a:pt x="328" y="119"/>
                    </a:cubicBezTo>
                    <a:cubicBezTo>
                      <a:pt x="349" y="151"/>
                      <a:pt x="349" y="151"/>
                      <a:pt x="349" y="151"/>
                    </a:cubicBezTo>
                    <a:cubicBezTo>
                      <a:pt x="92" y="318"/>
                      <a:pt x="92" y="318"/>
                      <a:pt x="92" y="318"/>
                    </a:cubicBezTo>
                    <a:cubicBezTo>
                      <a:pt x="71" y="286"/>
                      <a:pt x="71" y="286"/>
                      <a:pt x="71" y="286"/>
                    </a:cubicBezTo>
                    <a:cubicBezTo>
                      <a:pt x="181" y="215"/>
                      <a:pt x="181" y="215"/>
                      <a:pt x="181" y="215"/>
                    </a:cubicBezTo>
                    <a:cubicBezTo>
                      <a:pt x="166" y="193"/>
                      <a:pt x="166" y="193"/>
                      <a:pt x="166" y="193"/>
                    </a:cubicBezTo>
                    <a:cubicBezTo>
                      <a:pt x="67" y="257"/>
                      <a:pt x="67" y="257"/>
                      <a:pt x="67" y="257"/>
                    </a:cubicBezTo>
                    <a:cubicBezTo>
                      <a:pt x="47" y="225"/>
                      <a:pt x="47" y="225"/>
                      <a:pt x="47" y="225"/>
                    </a:cubicBezTo>
                    <a:cubicBezTo>
                      <a:pt x="81" y="203"/>
                      <a:pt x="81" y="203"/>
                      <a:pt x="81" y="203"/>
                    </a:cubicBezTo>
                    <a:cubicBezTo>
                      <a:pt x="55" y="163"/>
                      <a:pt x="55" y="163"/>
                      <a:pt x="55" y="163"/>
                    </a:cubicBezTo>
                    <a:cubicBezTo>
                      <a:pt x="21" y="185"/>
                      <a:pt x="21" y="185"/>
                      <a:pt x="21" y="185"/>
                    </a:cubicBezTo>
                    <a:cubicBezTo>
                      <a:pt x="0" y="153"/>
                      <a:pt x="0" y="153"/>
                      <a:pt x="0" y="153"/>
                    </a:cubicBezTo>
                    <a:lnTo>
                      <a:pt x="236" y="0"/>
                    </a:lnTo>
                    <a:close/>
                    <a:moveTo>
                      <a:pt x="99" y="134"/>
                    </a:moveTo>
                    <a:cubicBezTo>
                      <a:pt x="125" y="175"/>
                      <a:pt x="125" y="175"/>
                      <a:pt x="125" y="175"/>
                    </a:cubicBezTo>
                    <a:cubicBezTo>
                      <a:pt x="205" y="122"/>
                      <a:pt x="205" y="122"/>
                      <a:pt x="205" y="122"/>
                    </a:cubicBezTo>
                    <a:cubicBezTo>
                      <a:pt x="179" y="82"/>
                      <a:pt x="179" y="82"/>
                      <a:pt x="179" y="82"/>
                    </a:cubicBezTo>
                    <a:lnTo>
                      <a:pt x="99" y="134"/>
                    </a:lnTo>
                    <a:close/>
                    <a:moveTo>
                      <a:pt x="348" y="182"/>
                    </a:moveTo>
                    <a:cubicBezTo>
                      <a:pt x="411" y="278"/>
                      <a:pt x="411" y="278"/>
                      <a:pt x="411" y="278"/>
                    </a:cubicBezTo>
                    <a:cubicBezTo>
                      <a:pt x="219" y="403"/>
                      <a:pt x="219" y="403"/>
                      <a:pt x="219" y="403"/>
                    </a:cubicBezTo>
                    <a:cubicBezTo>
                      <a:pt x="207" y="411"/>
                      <a:pt x="196" y="413"/>
                      <a:pt x="186" y="412"/>
                    </a:cubicBezTo>
                    <a:cubicBezTo>
                      <a:pt x="177" y="410"/>
                      <a:pt x="169" y="404"/>
                      <a:pt x="162" y="394"/>
                    </a:cubicBezTo>
                    <a:cubicBezTo>
                      <a:pt x="120" y="329"/>
                      <a:pt x="120" y="329"/>
                      <a:pt x="120" y="329"/>
                    </a:cubicBezTo>
                    <a:lnTo>
                      <a:pt x="348" y="182"/>
                    </a:lnTo>
                    <a:close/>
                    <a:moveTo>
                      <a:pt x="185" y="333"/>
                    </a:moveTo>
                    <a:cubicBezTo>
                      <a:pt x="206" y="365"/>
                      <a:pt x="206" y="365"/>
                      <a:pt x="206" y="365"/>
                    </a:cubicBezTo>
                    <a:cubicBezTo>
                      <a:pt x="346" y="275"/>
                      <a:pt x="346" y="275"/>
                      <a:pt x="346" y="275"/>
                    </a:cubicBezTo>
                    <a:cubicBezTo>
                      <a:pt x="325" y="243"/>
                      <a:pt x="325" y="243"/>
                      <a:pt x="325" y="243"/>
                    </a:cubicBezTo>
                    <a:lnTo>
                      <a:pt x="185" y="33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  <p:sp>
          <p:nvSpPr>
            <p:cNvPr id="11" name="직사각형 10">
              <a:hlinkClick r:id="rId2"/>
              <a:extLst>
                <a:ext uri="{FF2B5EF4-FFF2-40B4-BE49-F238E27FC236}">
                  <a16:creationId xmlns:a16="http://schemas.microsoft.com/office/drawing/2014/main" id="{617E85E8-99B4-F073-C01A-BEFEC13C410E}"/>
                </a:ext>
              </a:extLst>
            </p:cNvPr>
            <p:cNvSpPr/>
            <p:nvPr/>
          </p:nvSpPr>
          <p:spPr>
            <a:xfrm>
              <a:off x="5712822" y="6200502"/>
              <a:ext cx="775064" cy="34834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63902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48758CCA-8500-5379-481A-0CE21C16C493}"/>
              </a:ext>
            </a:extLst>
          </p:cNvPr>
          <p:cNvSpPr txBox="1"/>
          <p:nvPr/>
        </p:nvSpPr>
        <p:spPr>
          <a:xfrm>
            <a:off x="863600" y="922398"/>
            <a:ext cx="5460999" cy="1015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6000">
                <a:latin typeface="+mj-lt"/>
                <a:ea typeface="+mj-ea"/>
                <a:cs typeface="+mj-cs"/>
              </a:rPr>
              <a:t>Contents</a:t>
            </a:r>
            <a:endParaRPr lang="ko-KR" altLang="en-US" sz="6000" dirty="0">
              <a:latin typeface="+mj-lt"/>
              <a:ea typeface="+mj-ea"/>
              <a:cs typeface="+mj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7B5ED7-9739-EB2F-C41B-6E4073E8163F}"/>
              </a:ext>
            </a:extLst>
          </p:cNvPr>
          <p:cNvSpPr txBox="1"/>
          <p:nvPr/>
        </p:nvSpPr>
        <p:spPr>
          <a:xfrm>
            <a:off x="863600" y="1999617"/>
            <a:ext cx="4114800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Calibri" panose="02000603000000020004" pitchFamily="2" charset="-127"/>
              </a:rPr>
              <a:t>성과관리</a:t>
            </a:r>
            <a:r>
              <a:rPr lang="en-US" altLang="ko-KR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Calibri" panose="02000603000000020004" pitchFamily="2" charset="-127"/>
              </a:rPr>
              <a:t> </a:t>
            </a:r>
            <a:r>
              <a:rPr lang="ko-KR" altLang="en-US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Calibri" panose="02000603000000020004" pitchFamily="2" charset="-127"/>
              </a:rPr>
              <a:t>실적 보고서</a:t>
            </a:r>
            <a:endParaRPr lang="ko-KR" altLang="en-US" dirty="0">
              <a:solidFill>
                <a:schemeClr val="bg1">
                  <a:lumMod val="65000"/>
                </a:schemeClr>
              </a:solidFill>
              <a:latin typeface="+mj-ea"/>
              <a:ea typeface="+mj-ea"/>
              <a:cs typeface="Calibri" panose="02000603000000020004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28A0EA-415E-B2F5-02C2-58ADFFBF84E4}"/>
              </a:ext>
            </a:extLst>
          </p:cNvPr>
          <p:cNvSpPr txBox="1"/>
          <p:nvPr/>
        </p:nvSpPr>
        <p:spPr>
          <a:xfrm>
            <a:off x="863600" y="4265128"/>
            <a:ext cx="2821317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000">
                <a:solidFill>
                  <a:schemeClr val="accent1"/>
                </a:solidFill>
                <a:latin typeface="+mj-ea"/>
                <a:ea typeface="+mj-ea"/>
                <a:cs typeface="Calibri" panose="02000903000000020004" pitchFamily="2" charset="-127"/>
              </a:rPr>
              <a:t>01</a:t>
            </a:r>
            <a:r>
              <a:rPr lang="en-US" altLang="ko-KR" sz="2000" b="1">
                <a:solidFill>
                  <a:schemeClr val="accent1"/>
                </a:solidFill>
                <a:latin typeface="+mj-ea"/>
                <a:ea typeface="+mj-ea"/>
                <a:cs typeface="Calibri" panose="02000903000000020004" pitchFamily="2" charset="-127"/>
              </a:rPr>
              <a:t>  </a:t>
            </a:r>
            <a:r>
              <a:rPr lang="ko-KR" altLang="en-US" sz="2000">
                <a:solidFill>
                  <a:schemeClr val="accent1"/>
                </a:solidFill>
                <a:latin typeface="+mn-ea"/>
                <a:cs typeface="Calibri" panose="02000903000000020004" pitchFamily="2" charset="-127"/>
              </a:rPr>
              <a:t>타이틀 입력</a:t>
            </a:r>
            <a:endParaRPr lang="ko-KR" altLang="en-US" sz="2000" dirty="0">
              <a:solidFill>
                <a:schemeClr val="accent1"/>
              </a:solidFill>
              <a:latin typeface="+mn-ea"/>
              <a:cs typeface="Calibri" panose="020009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4E6F96-A4B1-34B0-E573-AB2337002F68}"/>
              </a:ext>
            </a:extLst>
          </p:cNvPr>
          <p:cNvSpPr txBox="1"/>
          <p:nvPr/>
        </p:nvSpPr>
        <p:spPr>
          <a:xfrm>
            <a:off x="3407762" y="4326684"/>
            <a:ext cx="2713638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>
                <a:solidFill>
                  <a:schemeClr val="tx1">
                    <a:lumMod val="50000"/>
                    <a:lumOff val="50000"/>
                  </a:schemeClr>
                </a:solidFill>
              </a:rPr>
              <a:t>상세타이틀을 입력하세요</a:t>
            </a:r>
            <a:r>
              <a:rPr lang="en-US" altLang="ko-KR" sz="120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D196E8-239B-AC26-845B-2611A3EABA5F}"/>
              </a:ext>
            </a:extLst>
          </p:cNvPr>
          <p:cNvSpPr txBox="1"/>
          <p:nvPr/>
        </p:nvSpPr>
        <p:spPr>
          <a:xfrm>
            <a:off x="863600" y="5463367"/>
            <a:ext cx="2821317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000">
                <a:solidFill>
                  <a:schemeClr val="accent1"/>
                </a:solidFill>
                <a:latin typeface="+mj-ea"/>
                <a:cs typeface="Calibri" panose="02000903000000020004" pitchFamily="2" charset="-127"/>
              </a:rPr>
              <a:t>02 </a:t>
            </a:r>
            <a:r>
              <a:rPr lang="ko-KR" altLang="en-US" sz="2000">
                <a:solidFill>
                  <a:schemeClr val="accent1"/>
                </a:solidFill>
                <a:latin typeface="+mn-ea"/>
                <a:cs typeface="Calibri" panose="02000903000000020004" pitchFamily="2" charset="-127"/>
              </a:rPr>
              <a:t>타이틀 입력</a:t>
            </a:r>
            <a:endParaRPr lang="ko-KR" altLang="en-US" sz="2000" dirty="0">
              <a:solidFill>
                <a:schemeClr val="accent1"/>
              </a:solidFill>
              <a:latin typeface="+mn-ea"/>
              <a:cs typeface="Calibri" panose="020009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FB3A1E-9D4C-7181-AB2C-01196CFA61B5}"/>
              </a:ext>
            </a:extLst>
          </p:cNvPr>
          <p:cNvSpPr txBox="1"/>
          <p:nvPr/>
        </p:nvSpPr>
        <p:spPr>
          <a:xfrm>
            <a:off x="3407762" y="5524923"/>
            <a:ext cx="5460998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>
                <a:solidFill>
                  <a:schemeClr val="tx1">
                    <a:lumMod val="50000"/>
                    <a:lumOff val="50000"/>
                  </a:schemeClr>
                </a:solidFill>
              </a:rPr>
              <a:t>상세타이틀을 입력하세요</a:t>
            </a:r>
            <a:r>
              <a:rPr lang="en-US" altLang="ko-KR" sz="120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A3125CB8-3A8A-C011-96BF-1E8E10A2A456}"/>
              </a:ext>
            </a:extLst>
          </p:cNvPr>
          <p:cNvGrpSpPr/>
          <p:nvPr/>
        </p:nvGrpSpPr>
        <p:grpSpPr>
          <a:xfrm>
            <a:off x="6686550" y="4265128"/>
            <a:ext cx="5257800" cy="400110"/>
            <a:chOff x="6686550" y="4265128"/>
            <a:chExt cx="5257800" cy="40011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1B68456-3094-EDCF-840A-CBB05CD41580}"/>
                </a:ext>
              </a:extLst>
            </p:cNvPr>
            <p:cNvSpPr txBox="1"/>
            <p:nvPr/>
          </p:nvSpPr>
          <p:spPr>
            <a:xfrm>
              <a:off x="6686550" y="4265128"/>
              <a:ext cx="2821317" cy="4001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2000">
                  <a:solidFill>
                    <a:schemeClr val="accent1"/>
                  </a:solidFill>
                  <a:latin typeface="+mj-ea"/>
                  <a:cs typeface="Calibri" panose="02000903000000020004" pitchFamily="2" charset="-127"/>
                </a:rPr>
                <a:t>03</a:t>
              </a:r>
              <a:r>
                <a:rPr lang="en-US" altLang="ko-KR" sz="2000" b="1">
                  <a:solidFill>
                    <a:schemeClr val="accent1"/>
                  </a:solidFill>
                  <a:latin typeface="+mj-ea"/>
                  <a:cs typeface="Calibri" panose="02000903000000020004" pitchFamily="2" charset="-127"/>
                </a:rPr>
                <a:t> </a:t>
              </a:r>
              <a:r>
                <a:rPr lang="ko-KR" altLang="en-US" sz="2000">
                  <a:solidFill>
                    <a:schemeClr val="accent1"/>
                  </a:solidFill>
                  <a:latin typeface="+mn-ea"/>
                  <a:cs typeface="Calibri" panose="02000903000000020004" pitchFamily="2" charset="-127"/>
                </a:rPr>
                <a:t>타이틀 입력</a:t>
              </a:r>
              <a:endParaRPr lang="ko-KR" altLang="en-US" sz="2000" dirty="0">
                <a:solidFill>
                  <a:schemeClr val="accent1"/>
                </a:solidFill>
                <a:latin typeface="+mn-ea"/>
                <a:cs typeface="Calibri" panose="02000903000000020004" pitchFamily="2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A2F4187-B1A7-56C8-6D08-CFD0BC337276}"/>
                </a:ext>
              </a:extLst>
            </p:cNvPr>
            <p:cNvSpPr txBox="1"/>
            <p:nvPr/>
          </p:nvSpPr>
          <p:spPr>
            <a:xfrm>
              <a:off x="9230712" y="4326684"/>
              <a:ext cx="2713638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2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상세타이틀을 입력하세요</a:t>
              </a:r>
              <a:r>
                <a:rPr lang="en-US" altLang="ko-KR" sz="12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.</a:t>
              </a:r>
            </a:p>
          </p:txBody>
        </p:sp>
      </p:grpSp>
      <p:sp>
        <p:nvSpPr>
          <p:cNvPr id="37" name="자유형: 도형 36">
            <a:extLst>
              <a:ext uri="{FF2B5EF4-FFF2-40B4-BE49-F238E27FC236}">
                <a16:creationId xmlns:a16="http://schemas.microsoft.com/office/drawing/2014/main" id="{4D238B7C-ED18-A03A-E777-1B32C53197E7}"/>
              </a:ext>
            </a:extLst>
          </p:cNvPr>
          <p:cNvSpPr/>
          <p:nvPr/>
        </p:nvSpPr>
        <p:spPr>
          <a:xfrm>
            <a:off x="8284856" y="1"/>
            <a:ext cx="3907144" cy="3907145"/>
          </a:xfrm>
          <a:custGeom>
            <a:avLst/>
            <a:gdLst>
              <a:gd name="connsiteX0" fmla="*/ 2072511 w 3907144"/>
              <a:gd name="connsiteY0" fmla="*/ 0 h 3907145"/>
              <a:gd name="connsiteX1" fmla="*/ 2095714 w 3907144"/>
              <a:gd name="connsiteY1" fmla="*/ 0 h 3907145"/>
              <a:gd name="connsiteX2" fmla="*/ 3907144 w 3907144"/>
              <a:gd name="connsiteY2" fmla="*/ 1811430 h 3907145"/>
              <a:gd name="connsiteX3" fmla="*/ 3907144 w 3907144"/>
              <a:gd name="connsiteY3" fmla="*/ 1834633 h 3907145"/>
              <a:gd name="connsiteX4" fmla="*/ 1793662 w 3907144"/>
              <a:gd name="connsiteY4" fmla="*/ 0 h 3907145"/>
              <a:gd name="connsiteX5" fmla="*/ 1830644 w 3907144"/>
              <a:gd name="connsiteY5" fmla="*/ 0 h 3907145"/>
              <a:gd name="connsiteX6" fmla="*/ 3907144 w 3907144"/>
              <a:gd name="connsiteY6" fmla="*/ 2076500 h 3907145"/>
              <a:gd name="connsiteX7" fmla="*/ 3907144 w 3907144"/>
              <a:gd name="connsiteY7" fmla="*/ 2113482 h 3907145"/>
              <a:gd name="connsiteX8" fmla="*/ 1490378 w 3907144"/>
              <a:gd name="connsiteY8" fmla="*/ 0 h 3907145"/>
              <a:gd name="connsiteX9" fmla="*/ 1551796 w 3907144"/>
              <a:gd name="connsiteY9" fmla="*/ 0 h 3907145"/>
              <a:gd name="connsiteX10" fmla="*/ 3907144 w 3907144"/>
              <a:gd name="connsiteY10" fmla="*/ 2355348 h 3907145"/>
              <a:gd name="connsiteX11" fmla="*/ 3907144 w 3907144"/>
              <a:gd name="connsiteY11" fmla="*/ 2416766 h 3907145"/>
              <a:gd name="connsiteX12" fmla="*/ 1172912 w 3907144"/>
              <a:gd name="connsiteY12" fmla="*/ 0 h 3907145"/>
              <a:gd name="connsiteX13" fmla="*/ 1248512 w 3907144"/>
              <a:gd name="connsiteY13" fmla="*/ 0 h 3907145"/>
              <a:gd name="connsiteX14" fmla="*/ 3907144 w 3907144"/>
              <a:gd name="connsiteY14" fmla="*/ 2658632 h 3907145"/>
              <a:gd name="connsiteX15" fmla="*/ 3907144 w 3907144"/>
              <a:gd name="connsiteY15" fmla="*/ 2734232 h 3907145"/>
              <a:gd name="connsiteX16" fmla="*/ 839372 w 3907144"/>
              <a:gd name="connsiteY16" fmla="*/ 0 h 3907145"/>
              <a:gd name="connsiteX17" fmla="*/ 931046 w 3907144"/>
              <a:gd name="connsiteY17" fmla="*/ 0 h 3907145"/>
              <a:gd name="connsiteX18" fmla="*/ 3907144 w 3907144"/>
              <a:gd name="connsiteY18" fmla="*/ 2976098 h 3907145"/>
              <a:gd name="connsiteX19" fmla="*/ 3907144 w 3907144"/>
              <a:gd name="connsiteY19" fmla="*/ 3067772 h 3907145"/>
              <a:gd name="connsiteX20" fmla="*/ 446626 w 3907144"/>
              <a:gd name="connsiteY20" fmla="*/ 0 h 3907145"/>
              <a:gd name="connsiteX21" fmla="*/ 597506 w 3907144"/>
              <a:gd name="connsiteY21" fmla="*/ 0 h 3907145"/>
              <a:gd name="connsiteX22" fmla="*/ 3907144 w 3907144"/>
              <a:gd name="connsiteY22" fmla="*/ 3309639 h 3907145"/>
              <a:gd name="connsiteX23" fmla="*/ 3907144 w 3907144"/>
              <a:gd name="connsiteY23" fmla="*/ 3460519 h 3907145"/>
              <a:gd name="connsiteX24" fmla="*/ 0 w 3907144"/>
              <a:gd name="connsiteY24" fmla="*/ 0 h 3907145"/>
              <a:gd name="connsiteX25" fmla="*/ 204756 w 3907144"/>
              <a:gd name="connsiteY25" fmla="*/ 0 h 3907145"/>
              <a:gd name="connsiteX26" fmla="*/ 3907144 w 3907144"/>
              <a:gd name="connsiteY26" fmla="*/ 3702389 h 3907145"/>
              <a:gd name="connsiteX27" fmla="*/ 3907144 w 3907144"/>
              <a:gd name="connsiteY27" fmla="*/ 3907145 h 3907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3907144" h="3907145">
                <a:moveTo>
                  <a:pt x="2072511" y="0"/>
                </a:moveTo>
                <a:lnTo>
                  <a:pt x="2095714" y="0"/>
                </a:lnTo>
                <a:lnTo>
                  <a:pt x="3907144" y="1811430"/>
                </a:lnTo>
                <a:lnTo>
                  <a:pt x="3907144" y="1834633"/>
                </a:lnTo>
                <a:close/>
                <a:moveTo>
                  <a:pt x="1793662" y="0"/>
                </a:moveTo>
                <a:lnTo>
                  <a:pt x="1830644" y="0"/>
                </a:lnTo>
                <a:lnTo>
                  <a:pt x="3907144" y="2076500"/>
                </a:lnTo>
                <a:lnTo>
                  <a:pt x="3907144" y="2113482"/>
                </a:lnTo>
                <a:close/>
                <a:moveTo>
                  <a:pt x="1490378" y="0"/>
                </a:moveTo>
                <a:lnTo>
                  <a:pt x="1551796" y="0"/>
                </a:lnTo>
                <a:lnTo>
                  <a:pt x="3907144" y="2355348"/>
                </a:lnTo>
                <a:lnTo>
                  <a:pt x="3907144" y="2416766"/>
                </a:lnTo>
                <a:close/>
                <a:moveTo>
                  <a:pt x="1172912" y="0"/>
                </a:moveTo>
                <a:lnTo>
                  <a:pt x="1248512" y="0"/>
                </a:lnTo>
                <a:lnTo>
                  <a:pt x="3907144" y="2658632"/>
                </a:lnTo>
                <a:lnTo>
                  <a:pt x="3907144" y="2734232"/>
                </a:lnTo>
                <a:close/>
                <a:moveTo>
                  <a:pt x="839372" y="0"/>
                </a:moveTo>
                <a:lnTo>
                  <a:pt x="931046" y="0"/>
                </a:lnTo>
                <a:lnTo>
                  <a:pt x="3907144" y="2976098"/>
                </a:lnTo>
                <a:lnTo>
                  <a:pt x="3907144" y="3067772"/>
                </a:lnTo>
                <a:close/>
                <a:moveTo>
                  <a:pt x="446626" y="0"/>
                </a:moveTo>
                <a:lnTo>
                  <a:pt x="597506" y="0"/>
                </a:lnTo>
                <a:lnTo>
                  <a:pt x="3907144" y="3309639"/>
                </a:lnTo>
                <a:lnTo>
                  <a:pt x="3907144" y="3460519"/>
                </a:lnTo>
                <a:close/>
                <a:moveTo>
                  <a:pt x="0" y="0"/>
                </a:moveTo>
                <a:lnTo>
                  <a:pt x="204756" y="0"/>
                </a:lnTo>
                <a:lnTo>
                  <a:pt x="3907144" y="3702389"/>
                </a:lnTo>
                <a:lnTo>
                  <a:pt x="3907144" y="3907145"/>
                </a:lnTo>
                <a:close/>
              </a:path>
            </a:pathLst>
          </a:custGeom>
          <a:gradFill flip="none" rotWithShape="1">
            <a:gsLst>
              <a:gs pos="440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A4FC6105-DA16-CE37-61C2-191B43C59E31}"/>
              </a:ext>
            </a:extLst>
          </p:cNvPr>
          <p:cNvSpPr/>
          <p:nvPr/>
        </p:nvSpPr>
        <p:spPr>
          <a:xfrm>
            <a:off x="10962183" y="1"/>
            <a:ext cx="1229817" cy="1637769"/>
          </a:xfrm>
          <a:custGeom>
            <a:avLst/>
            <a:gdLst>
              <a:gd name="connsiteX0" fmla="*/ 1229817 w 1229817"/>
              <a:gd name="connsiteY0" fmla="*/ 1251052 h 1637769"/>
              <a:gd name="connsiteX1" fmla="*/ 1229817 w 1229817"/>
              <a:gd name="connsiteY1" fmla="*/ 1455808 h 1637769"/>
              <a:gd name="connsiteX2" fmla="*/ 1047856 w 1229817"/>
              <a:gd name="connsiteY2" fmla="*/ 1637769 h 1637769"/>
              <a:gd name="connsiteX3" fmla="*/ 945478 w 1229817"/>
              <a:gd name="connsiteY3" fmla="*/ 1535391 h 1637769"/>
              <a:gd name="connsiteX4" fmla="*/ 1229817 w 1229817"/>
              <a:gd name="connsiteY4" fmla="*/ 858303 h 1637769"/>
              <a:gd name="connsiteX5" fmla="*/ 1229817 w 1229817"/>
              <a:gd name="connsiteY5" fmla="*/ 1009182 h 1637769"/>
              <a:gd name="connsiteX6" fmla="*/ 824543 w 1229817"/>
              <a:gd name="connsiteY6" fmla="*/ 1414456 h 1637769"/>
              <a:gd name="connsiteX7" fmla="*/ 749104 w 1229817"/>
              <a:gd name="connsiteY7" fmla="*/ 1339016 h 1637769"/>
              <a:gd name="connsiteX8" fmla="*/ 1229817 w 1229817"/>
              <a:gd name="connsiteY8" fmla="*/ 524762 h 1637769"/>
              <a:gd name="connsiteX9" fmla="*/ 1229817 w 1229817"/>
              <a:gd name="connsiteY9" fmla="*/ 616436 h 1637769"/>
              <a:gd name="connsiteX10" fmla="*/ 628171 w 1229817"/>
              <a:gd name="connsiteY10" fmla="*/ 1218082 h 1637769"/>
              <a:gd name="connsiteX11" fmla="*/ 582334 w 1229817"/>
              <a:gd name="connsiteY11" fmla="*/ 1172245 h 1637769"/>
              <a:gd name="connsiteX12" fmla="*/ 1229817 w 1229817"/>
              <a:gd name="connsiteY12" fmla="*/ 207296 h 1637769"/>
              <a:gd name="connsiteX13" fmla="*/ 1229817 w 1229817"/>
              <a:gd name="connsiteY13" fmla="*/ 282898 h 1637769"/>
              <a:gd name="connsiteX14" fmla="*/ 461401 w 1229817"/>
              <a:gd name="connsiteY14" fmla="*/ 1051314 h 1637769"/>
              <a:gd name="connsiteX15" fmla="*/ 423600 w 1229817"/>
              <a:gd name="connsiteY15" fmla="*/ 1013513 h 1637769"/>
              <a:gd name="connsiteX16" fmla="*/ 1133829 w 1229817"/>
              <a:gd name="connsiteY16" fmla="*/ 0 h 1637769"/>
              <a:gd name="connsiteX17" fmla="*/ 1195247 w 1229817"/>
              <a:gd name="connsiteY17" fmla="*/ 0 h 1637769"/>
              <a:gd name="connsiteX18" fmla="*/ 302667 w 1229817"/>
              <a:gd name="connsiteY18" fmla="*/ 892580 h 1637769"/>
              <a:gd name="connsiteX19" fmla="*/ 271958 w 1229817"/>
              <a:gd name="connsiteY19" fmla="*/ 861871 h 1637769"/>
              <a:gd name="connsiteX20" fmla="*/ 854980 w 1229817"/>
              <a:gd name="connsiteY20" fmla="*/ 0 h 1637769"/>
              <a:gd name="connsiteX21" fmla="*/ 891963 w 1229817"/>
              <a:gd name="connsiteY21" fmla="*/ 0 h 1637769"/>
              <a:gd name="connsiteX22" fmla="*/ 151025 w 1229817"/>
              <a:gd name="connsiteY22" fmla="*/ 740938 h 1637769"/>
              <a:gd name="connsiteX23" fmla="*/ 132533 w 1229817"/>
              <a:gd name="connsiteY23" fmla="*/ 722446 h 1637769"/>
              <a:gd name="connsiteX24" fmla="*/ 589911 w 1229817"/>
              <a:gd name="connsiteY24" fmla="*/ 0 h 1637769"/>
              <a:gd name="connsiteX25" fmla="*/ 613114 w 1229817"/>
              <a:gd name="connsiteY25" fmla="*/ 0 h 1637769"/>
              <a:gd name="connsiteX26" fmla="*/ 11600 w 1229817"/>
              <a:gd name="connsiteY26" fmla="*/ 601513 h 1637769"/>
              <a:gd name="connsiteX27" fmla="*/ 0 w 1229817"/>
              <a:gd name="connsiteY27" fmla="*/ 589911 h 1637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229817" h="1637769">
                <a:moveTo>
                  <a:pt x="1229817" y="1251052"/>
                </a:moveTo>
                <a:lnTo>
                  <a:pt x="1229817" y="1455808"/>
                </a:lnTo>
                <a:lnTo>
                  <a:pt x="1047856" y="1637769"/>
                </a:lnTo>
                <a:lnTo>
                  <a:pt x="945478" y="1535391"/>
                </a:lnTo>
                <a:close/>
                <a:moveTo>
                  <a:pt x="1229817" y="858303"/>
                </a:moveTo>
                <a:lnTo>
                  <a:pt x="1229817" y="1009182"/>
                </a:lnTo>
                <a:lnTo>
                  <a:pt x="824543" y="1414456"/>
                </a:lnTo>
                <a:lnTo>
                  <a:pt x="749104" y="1339016"/>
                </a:lnTo>
                <a:close/>
                <a:moveTo>
                  <a:pt x="1229817" y="524762"/>
                </a:moveTo>
                <a:lnTo>
                  <a:pt x="1229817" y="616436"/>
                </a:lnTo>
                <a:lnTo>
                  <a:pt x="628171" y="1218082"/>
                </a:lnTo>
                <a:lnTo>
                  <a:pt x="582334" y="1172245"/>
                </a:lnTo>
                <a:close/>
                <a:moveTo>
                  <a:pt x="1229817" y="207296"/>
                </a:moveTo>
                <a:lnTo>
                  <a:pt x="1229817" y="282898"/>
                </a:lnTo>
                <a:lnTo>
                  <a:pt x="461401" y="1051314"/>
                </a:lnTo>
                <a:lnTo>
                  <a:pt x="423600" y="1013513"/>
                </a:lnTo>
                <a:close/>
                <a:moveTo>
                  <a:pt x="1133829" y="0"/>
                </a:moveTo>
                <a:lnTo>
                  <a:pt x="1195247" y="0"/>
                </a:lnTo>
                <a:lnTo>
                  <a:pt x="302667" y="892580"/>
                </a:lnTo>
                <a:lnTo>
                  <a:pt x="271958" y="861871"/>
                </a:lnTo>
                <a:close/>
                <a:moveTo>
                  <a:pt x="854980" y="0"/>
                </a:moveTo>
                <a:lnTo>
                  <a:pt x="891963" y="0"/>
                </a:lnTo>
                <a:lnTo>
                  <a:pt x="151025" y="740938"/>
                </a:lnTo>
                <a:lnTo>
                  <a:pt x="132533" y="722446"/>
                </a:lnTo>
                <a:close/>
                <a:moveTo>
                  <a:pt x="589911" y="0"/>
                </a:moveTo>
                <a:lnTo>
                  <a:pt x="613114" y="0"/>
                </a:lnTo>
                <a:lnTo>
                  <a:pt x="11600" y="601513"/>
                </a:lnTo>
                <a:lnTo>
                  <a:pt x="0" y="589911"/>
                </a:lnTo>
                <a:close/>
              </a:path>
            </a:pathLst>
          </a:custGeom>
          <a:gradFill flip="none" rotWithShape="1">
            <a:gsLst>
              <a:gs pos="440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98FDEB27-C370-EBE7-819D-C82C97BD7858}"/>
              </a:ext>
            </a:extLst>
          </p:cNvPr>
          <p:cNvGrpSpPr/>
          <p:nvPr/>
        </p:nvGrpSpPr>
        <p:grpSpPr>
          <a:xfrm>
            <a:off x="6686550" y="5463367"/>
            <a:ext cx="5257800" cy="400110"/>
            <a:chOff x="6686550" y="4265128"/>
            <a:chExt cx="5257800" cy="40011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F58320F-E11E-3BB6-BB78-DC830EA05E2A}"/>
                </a:ext>
              </a:extLst>
            </p:cNvPr>
            <p:cNvSpPr txBox="1"/>
            <p:nvPr/>
          </p:nvSpPr>
          <p:spPr>
            <a:xfrm>
              <a:off x="6686550" y="4265128"/>
              <a:ext cx="2821317" cy="4001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2000">
                  <a:solidFill>
                    <a:schemeClr val="accent1"/>
                  </a:solidFill>
                  <a:latin typeface="+mj-ea"/>
                  <a:cs typeface="Calibri" panose="02000903000000020004" pitchFamily="2" charset="-127"/>
                </a:rPr>
                <a:t>04</a:t>
              </a:r>
              <a:r>
                <a:rPr lang="en-US" altLang="ko-KR" sz="2000" b="1">
                  <a:solidFill>
                    <a:schemeClr val="accent1"/>
                  </a:solidFill>
                  <a:latin typeface="+mj-ea"/>
                  <a:cs typeface="Calibri" panose="02000903000000020004" pitchFamily="2" charset="-127"/>
                </a:rPr>
                <a:t> </a:t>
              </a:r>
              <a:r>
                <a:rPr lang="ko-KR" altLang="en-US" sz="2000">
                  <a:solidFill>
                    <a:schemeClr val="accent1"/>
                  </a:solidFill>
                  <a:latin typeface="+mn-ea"/>
                  <a:cs typeface="Calibri" panose="02000903000000020004" pitchFamily="2" charset="-127"/>
                </a:rPr>
                <a:t>타이틀 입력</a:t>
              </a:r>
              <a:endParaRPr lang="ko-KR" altLang="en-US" sz="2000" dirty="0">
                <a:solidFill>
                  <a:schemeClr val="accent1"/>
                </a:solidFill>
                <a:latin typeface="+mn-ea"/>
                <a:cs typeface="Calibri" panose="02000903000000020004" pitchFamily="2" charset="-127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8B5C50C-AB4C-5672-F22B-FDE2C6AC7B44}"/>
                </a:ext>
              </a:extLst>
            </p:cNvPr>
            <p:cNvSpPr txBox="1"/>
            <p:nvPr/>
          </p:nvSpPr>
          <p:spPr>
            <a:xfrm>
              <a:off x="9230712" y="4326684"/>
              <a:ext cx="2713638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2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상세타이틀을 입력하세요</a:t>
              </a:r>
              <a:r>
                <a:rPr lang="en-US" altLang="ko-KR" sz="12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92413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DF8C4-7451-6612-5E6E-7F1DF413B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자유형: 도형 43">
            <a:extLst>
              <a:ext uri="{FF2B5EF4-FFF2-40B4-BE49-F238E27FC236}">
                <a16:creationId xmlns:a16="http://schemas.microsoft.com/office/drawing/2014/main" id="{5FB70209-2AA6-A525-8F74-7FDBB092443D}"/>
              </a:ext>
            </a:extLst>
          </p:cNvPr>
          <p:cNvSpPr/>
          <p:nvPr/>
        </p:nvSpPr>
        <p:spPr>
          <a:xfrm rot="10800000">
            <a:off x="6467946" y="4655779"/>
            <a:ext cx="2881916" cy="758389"/>
          </a:xfrm>
          <a:custGeom>
            <a:avLst/>
            <a:gdLst>
              <a:gd name="connsiteX0" fmla="*/ 2306145 w 2395672"/>
              <a:gd name="connsiteY0" fmla="*/ 1048216 h 1048216"/>
              <a:gd name="connsiteX1" fmla="*/ 89526 w 2395672"/>
              <a:gd name="connsiteY1" fmla="*/ 1048216 h 1048216"/>
              <a:gd name="connsiteX2" fmla="*/ 464315 w 2395672"/>
              <a:gd name="connsiteY2" fmla="*/ 551543 h 1048216"/>
              <a:gd name="connsiteX3" fmla="*/ 0 w 2395672"/>
              <a:gd name="connsiteY3" fmla="*/ 551543 h 1048216"/>
              <a:gd name="connsiteX4" fmla="*/ 1197836 w 2395672"/>
              <a:gd name="connsiteY4" fmla="*/ 0 h 1048216"/>
              <a:gd name="connsiteX5" fmla="*/ 2395672 w 2395672"/>
              <a:gd name="connsiteY5" fmla="*/ 551543 h 1048216"/>
              <a:gd name="connsiteX6" fmla="*/ 1931356 w 2395672"/>
              <a:gd name="connsiteY6" fmla="*/ 551543 h 1048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95672" h="1048216">
                <a:moveTo>
                  <a:pt x="2306145" y="1048216"/>
                </a:moveTo>
                <a:lnTo>
                  <a:pt x="89526" y="1048216"/>
                </a:lnTo>
                <a:lnTo>
                  <a:pt x="464315" y="551543"/>
                </a:lnTo>
                <a:lnTo>
                  <a:pt x="0" y="551543"/>
                </a:lnTo>
                <a:lnTo>
                  <a:pt x="1197836" y="0"/>
                </a:lnTo>
                <a:lnTo>
                  <a:pt x="2395672" y="551543"/>
                </a:lnTo>
                <a:lnTo>
                  <a:pt x="1931356" y="5515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8799336E-8BC7-8C8E-81B4-166C9F359490}"/>
              </a:ext>
            </a:extLst>
          </p:cNvPr>
          <p:cNvSpPr/>
          <p:nvPr/>
        </p:nvSpPr>
        <p:spPr>
          <a:xfrm>
            <a:off x="8284856" y="0"/>
            <a:ext cx="3907144" cy="3907145"/>
          </a:xfrm>
          <a:custGeom>
            <a:avLst/>
            <a:gdLst>
              <a:gd name="connsiteX0" fmla="*/ 2072511 w 3907144"/>
              <a:gd name="connsiteY0" fmla="*/ 0 h 3907145"/>
              <a:gd name="connsiteX1" fmla="*/ 2095714 w 3907144"/>
              <a:gd name="connsiteY1" fmla="*/ 0 h 3907145"/>
              <a:gd name="connsiteX2" fmla="*/ 3907144 w 3907144"/>
              <a:gd name="connsiteY2" fmla="*/ 1811430 h 3907145"/>
              <a:gd name="connsiteX3" fmla="*/ 3907144 w 3907144"/>
              <a:gd name="connsiteY3" fmla="*/ 1834633 h 3907145"/>
              <a:gd name="connsiteX4" fmla="*/ 1793662 w 3907144"/>
              <a:gd name="connsiteY4" fmla="*/ 0 h 3907145"/>
              <a:gd name="connsiteX5" fmla="*/ 1830644 w 3907144"/>
              <a:gd name="connsiteY5" fmla="*/ 0 h 3907145"/>
              <a:gd name="connsiteX6" fmla="*/ 3907144 w 3907144"/>
              <a:gd name="connsiteY6" fmla="*/ 2076500 h 3907145"/>
              <a:gd name="connsiteX7" fmla="*/ 3907144 w 3907144"/>
              <a:gd name="connsiteY7" fmla="*/ 2113482 h 3907145"/>
              <a:gd name="connsiteX8" fmla="*/ 1490378 w 3907144"/>
              <a:gd name="connsiteY8" fmla="*/ 0 h 3907145"/>
              <a:gd name="connsiteX9" fmla="*/ 1551796 w 3907144"/>
              <a:gd name="connsiteY9" fmla="*/ 0 h 3907145"/>
              <a:gd name="connsiteX10" fmla="*/ 3907144 w 3907144"/>
              <a:gd name="connsiteY10" fmla="*/ 2355348 h 3907145"/>
              <a:gd name="connsiteX11" fmla="*/ 3907144 w 3907144"/>
              <a:gd name="connsiteY11" fmla="*/ 2416766 h 3907145"/>
              <a:gd name="connsiteX12" fmla="*/ 1172912 w 3907144"/>
              <a:gd name="connsiteY12" fmla="*/ 0 h 3907145"/>
              <a:gd name="connsiteX13" fmla="*/ 1248513 w 3907144"/>
              <a:gd name="connsiteY13" fmla="*/ 0 h 3907145"/>
              <a:gd name="connsiteX14" fmla="*/ 3907144 w 3907144"/>
              <a:gd name="connsiteY14" fmla="*/ 2658632 h 3907145"/>
              <a:gd name="connsiteX15" fmla="*/ 3907144 w 3907144"/>
              <a:gd name="connsiteY15" fmla="*/ 2734232 h 3907145"/>
              <a:gd name="connsiteX16" fmla="*/ 839372 w 3907144"/>
              <a:gd name="connsiteY16" fmla="*/ 0 h 3907145"/>
              <a:gd name="connsiteX17" fmla="*/ 931046 w 3907144"/>
              <a:gd name="connsiteY17" fmla="*/ 0 h 3907145"/>
              <a:gd name="connsiteX18" fmla="*/ 3907144 w 3907144"/>
              <a:gd name="connsiteY18" fmla="*/ 2976098 h 3907145"/>
              <a:gd name="connsiteX19" fmla="*/ 3907144 w 3907144"/>
              <a:gd name="connsiteY19" fmla="*/ 3067772 h 3907145"/>
              <a:gd name="connsiteX20" fmla="*/ 446626 w 3907144"/>
              <a:gd name="connsiteY20" fmla="*/ 0 h 3907145"/>
              <a:gd name="connsiteX21" fmla="*/ 597506 w 3907144"/>
              <a:gd name="connsiteY21" fmla="*/ 0 h 3907145"/>
              <a:gd name="connsiteX22" fmla="*/ 3907144 w 3907144"/>
              <a:gd name="connsiteY22" fmla="*/ 3309639 h 3907145"/>
              <a:gd name="connsiteX23" fmla="*/ 3907144 w 3907144"/>
              <a:gd name="connsiteY23" fmla="*/ 3460519 h 3907145"/>
              <a:gd name="connsiteX24" fmla="*/ 0 w 3907144"/>
              <a:gd name="connsiteY24" fmla="*/ 0 h 3907145"/>
              <a:gd name="connsiteX25" fmla="*/ 204756 w 3907144"/>
              <a:gd name="connsiteY25" fmla="*/ 0 h 3907145"/>
              <a:gd name="connsiteX26" fmla="*/ 3907144 w 3907144"/>
              <a:gd name="connsiteY26" fmla="*/ 3702389 h 3907145"/>
              <a:gd name="connsiteX27" fmla="*/ 3907144 w 3907144"/>
              <a:gd name="connsiteY27" fmla="*/ 3907145 h 3907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3907144" h="3907145">
                <a:moveTo>
                  <a:pt x="2072511" y="0"/>
                </a:moveTo>
                <a:lnTo>
                  <a:pt x="2095714" y="0"/>
                </a:lnTo>
                <a:lnTo>
                  <a:pt x="3907144" y="1811430"/>
                </a:lnTo>
                <a:lnTo>
                  <a:pt x="3907144" y="1834633"/>
                </a:lnTo>
                <a:close/>
                <a:moveTo>
                  <a:pt x="1793662" y="0"/>
                </a:moveTo>
                <a:lnTo>
                  <a:pt x="1830644" y="0"/>
                </a:lnTo>
                <a:lnTo>
                  <a:pt x="3907144" y="2076500"/>
                </a:lnTo>
                <a:lnTo>
                  <a:pt x="3907144" y="2113482"/>
                </a:lnTo>
                <a:close/>
                <a:moveTo>
                  <a:pt x="1490378" y="0"/>
                </a:moveTo>
                <a:lnTo>
                  <a:pt x="1551796" y="0"/>
                </a:lnTo>
                <a:lnTo>
                  <a:pt x="3907144" y="2355348"/>
                </a:lnTo>
                <a:lnTo>
                  <a:pt x="3907144" y="2416766"/>
                </a:lnTo>
                <a:close/>
                <a:moveTo>
                  <a:pt x="1172912" y="0"/>
                </a:moveTo>
                <a:lnTo>
                  <a:pt x="1248513" y="0"/>
                </a:lnTo>
                <a:lnTo>
                  <a:pt x="3907144" y="2658632"/>
                </a:lnTo>
                <a:lnTo>
                  <a:pt x="3907144" y="2734232"/>
                </a:lnTo>
                <a:close/>
                <a:moveTo>
                  <a:pt x="839372" y="0"/>
                </a:moveTo>
                <a:lnTo>
                  <a:pt x="931046" y="0"/>
                </a:lnTo>
                <a:lnTo>
                  <a:pt x="3907144" y="2976098"/>
                </a:lnTo>
                <a:lnTo>
                  <a:pt x="3907144" y="3067772"/>
                </a:lnTo>
                <a:close/>
                <a:moveTo>
                  <a:pt x="446626" y="0"/>
                </a:moveTo>
                <a:lnTo>
                  <a:pt x="597506" y="0"/>
                </a:lnTo>
                <a:lnTo>
                  <a:pt x="3907144" y="3309639"/>
                </a:lnTo>
                <a:lnTo>
                  <a:pt x="3907144" y="3460519"/>
                </a:lnTo>
                <a:close/>
                <a:moveTo>
                  <a:pt x="0" y="0"/>
                </a:moveTo>
                <a:lnTo>
                  <a:pt x="204756" y="0"/>
                </a:lnTo>
                <a:lnTo>
                  <a:pt x="3907144" y="3702389"/>
                </a:lnTo>
                <a:lnTo>
                  <a:pt x="3907144" y="3907145"/>
                </a:lnTo>
                <a:close/>
              </a:path>
            </a:pathLst>
          </a:custGeom>
          <a:gradFill flip="none" rotWithShape="1">
            <a:gsLst>
              <a:gs pos="440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8240D8DE-0C32-66CC-1752-A4C2F5218054}"/>
              </a:ext>
            </a:extLst>
          </p:cNvPr>
          <p:cNvSpPr/>
          <p:nvPr/>
        </p:nvSpPr>
        <p:spPr>
          <a:xfrm>
            <a:off x="4435434" y="5529483"/>
            <a:ext cx="2216619" cy="58477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254000" dist="1270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기술혁신</a:t>
            </a:r>
            <a:endParaRPr lang="en-US" altLang="ko-KR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6225EE67-093D-CE47-6058-289F00ADB95F}"/>
              </a:ext>
            </a:extLst>
          </p:cNvPr>
          <p:cNvSpPr/>
          <p:nvPr/>
        </p:nvSpPr>
        <p:spPr>
          <a:xfrm>
            <a:off x="6800595" y="5529483"/>
            <a:ext cx="2216619" cy="58477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254000" dist="1270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비용절감</a:t>
            </a:r>
            <a:endParaRPr lang="en-US" altLang="ko-KR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BA944EE1-5251-B89E-381C-7A1B8C6716C4}"/>
              </a:ext>
            </a:extLst>
          </p:cNvPr>
          <p:cNvSpPr/>
          <p:nvPr/>
        </p:nvSpPr>
        <p:spPr>
          <a:xfrm>
            <a:off x="9165756" y="5529483"/>
            <a:ext cx="2216619" cy="58477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254000" dist="1270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생산성 향상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72271D07-1F0A-E4F6-5631-73663A494A0F}"/>
              </a:ext>
            </a:extLst>
          </p:cNvPr>
          <p:cNvSpPr txBox="1">
            <a:spLocks/>
          </p:cNvSpPr>
          <p:nvPr/>
        </p:nvSpPr>
        <p:spPr bwMode="auto">
          <a:xfrm>
            <a:off x="838200" y="2289421"/>
            <a:ext cx="2787609" cy="52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1000">
                <a:solidFill>
                  <a:schemeClr val="bg1">
                    <a:lumMod val="65000"/>
                  </a:schemeClr>
                </a:solidFill>
                <a:latin typeface="+mn-ea"/>
                <a:cs typeface="Calibri" panose="02000403000000020004" pitchFamily="2" charset="-127"/>
              </a:rPr>
              <a:t>성장성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  <a:latin typeface="+mn-ea"/>
                <a:cs typeface="Calibri" panose="02000403000000020004" pitchFamily="2" charset="-127"/>
              </a:rPr>
              <a:t>, </a:t>
            </a:r>
            <a:r>
              <a:rPr lang="ko-KR" altLang="en-US" sz="1000">
                <a:solidFill>
                  <a:schemeClr val="bg1">
                    <a:lumMod val="65000"/>
                  </a:schemeClr>
                </a:solidFill>
                <a:latin typeface="+mn-ea"/>
                <a:cs typeface="Calibri" panose="02000403000000020004" pitchFamily="2" charset="-127"/>
              </a:rPr>
              <a:t>경제성을 고려한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  <a:latin typeface="+mn-ea"/>
                <a:cs typeface="Calibri" panose="02000403000000020004" pitchFamily="2" charset="-127"/>
              </a:rPr>
              <a:t> </a:t>
            </a:r>
            <a:r>
              <a:rPr lang="ko-KR" altLang="en-US" sz="1000">
                <a:solidFill>
                  <a:schemeClr val="bg1">
                    <a:lumMod val="65000"/>
                  </a:schemeClr>
                </a:solidFill>
                <a:latin typeface="+mn-ea"/>
                <a:cs typeface="Calibri" panose="02000403000000020004" pitchFamily="2" charset="-127"/>
              </a:rPr>
              <a:t>지속 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  <a:latin typeface="+mn-ea"/>
                <a:cs typeface="Calibri" panose="02000403000000020004" pitchFamily="2" charset="-127"/>
              </a:rPr>
              <a:t>가능한 </a:t>
            </a:r>
            <a:r>
              <a:rPr lang="ko-KR" altLang="en-US" sz="1000">
                <a:solidFill>
                  <a:schemeClr val="bg1">
                    <a:lumMod val="65000"/>
                  </a:schemeClr>
                </a:solidFill>
                <a:latin typeface="+mn-ea"/>
                <a:cs typeface="Calibri" panose="02000403000000020004" pitchFamily="2" charset="-127"/>
              </a:rPr>
              <a:t>발전을 위해</a:t>
            </a:r>
            <a:endParaRPr lang="en-US" altLang="ko-KR" sz="1000" dirty="0">
              <a:solidFill>
                <a:schemeClr val="bg1">
                  <a:lumMod val="65000"/>
                </a:schemeClr>
              </a:solidFill>
              <a:latin typeface="+mn-ea"/>
              <a:cs typeface="Calibri" panose="02000403000000020004" pitchFamily="2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  <a:latin typeface="+mn-ea"/>
                <a:cs typeface="Calibri" panose="02000403000000020004" pitchFamily="2" charset="-127"/>
              </a:rPr>
              <a:t>회사 경쟁력을 확보</a:t>
            </a:r>
            <a:endParaRPr lang="ko-KR" altLang="ko-KR" sz="1000" dirty="0">
              <a:solidFill>
                <a:schemeClr val="bg1">
                  <a:lumMod val="65000"/>
                </a:schemeClr>
              </a:solidFill>
              <a:latin typeface="+mn-ea"/>
              <a:cs typeface="Calibri" panose="02000403000000020004" pitchFamily="2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B99B0C84-FFF5-D08D-C3B4-F6926BC473CD}"/>
              </a:ext>
            </a:extLst>
          </p:cNvPr>
          <p:cNvSpPr txBox="1">
            <a:spLocks/>
          </p:cNvSpPr>
          <p:nvPr/>
        </p:nvSpPr>
        <p:spPr bwMode="auto">
          <a:xfrm>
            <a:off x="838200" y="3140449"/>
            <a:ext cx="2787609" cy="52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  <a:latin typeface="+mn-ea"/>
                <a:cs typeface="Calibri" panose="02000403000000020004" pitchFamily="2" charset="-127"/>
              </a:rPr>
              <a:t>효율적인 생산 </a:t>
            </a:r>
            <a:r>
              <a:rPr lang="ko-KR" altLang="en-US" sz="1000">
                <a:solidFill>
                  <a:schemeClr val="bg1">
                    <a:lumMod val="65000"/>
                  </a:schemeClr>
                </a:solidFill>
                <a:latin typeface="+mn-ea"/>
                <a:cs typeface="Calibri" panose="02000403000000020004" pitchFamily="2" charset="-127"/>
              </a:rPr>
              <a:t>시스템을 바탕으로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  <a:latin typeface="+mn-ea"/>
                <a:cs typeface="Calibri" panose="02000403000000020004" pitchFamily="2" charset="-127"/>
              </a:rPr>
              <a:t> </a:t>
            </a:r>
            <a:r>
              <a:rPr lang="ko-KR" altLang="en-US" sz="1000">
                <a:solidFill>
                  <a:schemeClr val="bg1">
                    <a:lumMod val="65000"/>
                  </a:schemeClr>
                </a:solidFill>
                <a:latin typeface="+mn-ea"/>
                <a:cs typeface="Calibri" panose="02000403000000020004" pitchFamily="2" charset="-127"/>
              </a:rPr>
              <a:t>자동화 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  <a:latin typeface="+mn-ea"/>
                <a:cs typeface="Calibri" panose="02000403000000020004" pitchFamily="2" charset="-127"/>
              </a:rPr>
              <a:t>기술혁신과 </a:t>
            </a:r>
            <a:r>
              <a:rPr lang="ko-KR" altLang="en-US" sz="1000">
                <a:solidFill>
                  <a:schemeClr val="bg1">
                    <a:lumMod val="65000"/>
                  </a:schemeClr>
                </a:solidFill>
                <a:latin typeface="+mn-ea"/>
                <a:cs typeface="Calibri" panose="02000403000000020004" pitchFamily="2" charset="-127"/>
              </a:rPr>
              <a:t>비용절감을 위해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  <a:latin typeface="+mn-ea"/>
                <a:cs typeface="Calibri" panose="02000403000000020004" pitchFamily="2" charset="-127"/>
              </a:rPr>
              <a:t> </a:t>
            </a:r>
            <a:r>
              <a:rPr lang="ko-KR" altLang="en-US" sz="1000">
                <a:solidFill>
                  <a:schemeClr val="bg1">
                    <a:lumMod val="65000"/>
                  </a:schemeClr>
                </a:solidFill>
                <a:latin typeface="+mn-ea"/>
                <a:cs typeface="Calibri" panose="02000403000000020004" pitchFamily="2" charset="-127"/>
              </a:rPr>
              <a:t>끝임 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  <a:latin typeface="+mn-ea"/>
                <a:cs typeface="Calibri" panose="02000403000000020004" pitchFamily="2" charset="-127"/>
              </a:rPr>
              <a:t>없이 혁신하는 </a:t>
            </a:r>
            <a:r>
              <a:rPr lang="ko-KR" altLang="en-US" sz="1000">
                <a:solidFill>
                  <a:schemeClr val="bg1">
                    <a:lumMod val="65000"/>
                  </a:schemeClr>
                </a:solidFill>
                <a:latin typeface="+mn-ea"/>
                <a:cs typeface="Calibri" panose="02000403000000020004" pitchFamily="2" charset="-127"/>
              </a:rPr>
              <a:t>목표 설정</a:t>
            </a:r>
            <a:endParaRPr lang="en-US" altLang="ko-KR" sz="1000" dirty="0">
              <a:solidFill>
                <a:schemeClr val="bg1">
                  <a:lumMod val="65000"/>
                </a:schemeClr>
              </a:solidFill>
              <a:latin typeface="+mn-ea"/>
              <a:cs typeface="Calibri" panose="02000403000000020004" pitchFamily="2" charset="-127"/>
            </a:endParaRPr>
          </a:p>
        </p:txBody>
      </p:sp>
      <p:sp>
        <p:nvSpPr>
          <p:cNvPr id="12" name="모서리가 둥근 직사각형 18">
            <a:extLst>
              <a:ext uri="{FF2B5EF4-FFF2-40B4-BE49-F238E27FC236}">
                <a16:creationId xmlns:a16="http://schemas.microsoft.com/office/drawing/2014/main" id="{E136E555-A7F5-AF60-36EE-6ABD01A2E275}"/>
              </a:ext>
            </a:extLst>
          </p:cNvPr>
          <p:cNvSpPr/>
          <p:nvPr/>
        </p:nvSpPr>
        <p:spPr>
          <a:xfrm>
            <a:off x="4435434" y="1031546"/>
            <a:ext cx="6946941" cy="114076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dist="63500" dir="2700000" algn="tl" rotWithShape="0">
              <a:prstClr val="black">
                <a:alpha val="13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87">
            <a:extLst>
              <a:ext uri="{FF2B5EF4-FFF2-40B4-BE49-F238E27FC236}">
                <a16:creationId xmlns:a16="http://schemas.microsoft.com/office/drawing/2014/main" id="{E617B576-F4A3-8DC0-8979-860EE6AE32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9701" y="1318215"/>
            <a:ext cx="4822674" cy="573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100" dirty="0">
                <a:latin typeface="+mn-ea"/>
                <a:cs typeface="Calibri" panose="02000503000000020004" pitchFamily="2" charset="-127"/>
              </a:rPr>
              <a:t>품질관리시스템 </a:t>
            </a:r>
            <a:r>
              <a:rPr kumimoji="1" lang="ko-KR" altLang="en-US" sz="1100">
                <a:latin typeface="+mn-ea"/>
                <a:cs typeface="Calibri" panose="02000503000000020004" pitchFamily="2" charset="-127"/>
              </a:rPr>
              <a:t>구축과 품질 표준을</a:t>
            </a:r>
            <a:r>
              <a:rPr kumimoji="1" lang="en-US" altLang="ko-KR" sz="1100">
                <a:latin typeface="+mn-ea"/>
                <a:cs typeface="Calibri" panose="02000503000000020004" pitchFamily="2" charset="-127"/>
              </a:rPr>
              <a:t> </a:t>
            </a:r>
            <a:r>
              <a:rPr kumimoji="1" lang="ko-KR" altLang="en-US" sz="1100">
                <a:latin typeface="+mn-ea"/>
                <a:cs typeface="Calibri" panose="02000503000000020004" pitchFamily="2" charset="-127"/>
              </a:rPr>
              <a:t>준수하기</a:t>
            </a:r>
            <a:r>
              <a:rPr kumimoji="1" lang="en-US" altLang="ko-KR" sz="1100">
                <a:latin typeface="+mn-ea"/>
                <a:cs typeface="Calibri" panose="02000503000000020004" pitchFamily="2" charset="-127"/>
              </a:rPr>
              <a:t> </a:t>
            </a:r>
            <a:r>
              <a:rPr kumimoji="1" lang="ko-KR" altLang="en-US" sz="1100">
                <a:latin typeface="+mn-ea"/>
                <a:cs typeface="Calibri" panose="02000503000000020004" pitchFamily="2" charset="-127"/>
              </a:rPr>
              <a:t>위해 끈임 없는</a:t>
            </a:r>
            <a:endParaRPr kumimoji="1" lang="en-US" altLang="ko-KR" sz="1100">
              <a:latin typeface="+mn-ea"/>
              <a:cs typeface="Calibri" panose="02000503000000020004" pitchFamily="2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100">
                <a:latin typeface="+mn-ea"/>
                <a:cs typeface="Calibri" panose="02000503000000020004" pitchFamily="2" charset="-127"/>
              </a:rPr>
              <a:t>품질개선</a:t>
            </a:r>
            <a:r>
              <a:rPr kumimoji="1" lang="en-US" altLang="ko-KR" sz="1100">
                <a:latin typeface="+mn-ea"/>
                <a:cs typeface="Calibri" panose="02000503000000020004" pitchFamily="2" charset="-127"/>
              </a:rPr>
              <a:t> </a:t>
            </a:r>
            <a:r>
              <a:rPr kumimoji="1" lang="ko-KR" altLang="en-US" sz="1100">
                <a:latin typeface="+mn-ea"/>
                <a:cs typeface="Calibri" panose="02000503000000020004" pitchFamily="2" charset="-127"/>
              </a:rPr>
              <a:t>투자 </a:t>
            </a:r>
            <a:r>
              <a:rPr kumimoji="1" lang="ko-KR" altLang="en-US" sz="1100" dirty="0">
                <a:latin typeface="+mn-ea"/>
                <a:cs typeface="Calibri" panose="02000503000000020004" pitchFamily="2" charset="-127"/>
              </a:rPr>
              <a:t>지속</a:t>
            </a:r>
            <a:endParaRPr kumimoji="1" lang="ko-KR" altLang="ko-KR" sz="1100" dirty="0">
              <a:latin typeface="+mn-ea"/>
              <a:cs typeface="Calibri" panose="02000503000000020004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F062E8-CEA6-8E59-9DA4-075EACD64A54}"/>
              </a:ext>
            </a:extLst>
          </p:cNvPr>
          <p:cNvSpPr txBox="1"/>
          <p:nvPr/>
        </p:nvSpPr>
        <p:spPr>
          <a:xfrm>
            <a:off x="4788899" y="1432653"/>
            <a:ext cx="17708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600" dirty="0">
                <a:solidFill>
                  <a:schemeClr val="accent1"/>
                </a:solidFill>
                <a:latin typeface="+mj-ea"/>
                <a:ea typeface="+mj-ea"/>
                <a:cs typeface="Calibri" panose="02000503000000020004" pitchFamily="2" charset="-127"/>
              </a:rPr>
              <a:t>품질관리</a:t>
            </a:r>
          </a:p>
        </p:txBody>
      </p:sp>
      <p:sp>
        <p:nvSpPr>
          <p:cNvPr id="16" name="모서리가 둥근 직사각형 55">
            <a:extLst>
              <a:ext uri="{FF2B5EF4-FFF2-40B4-BE49-F238E27FC236}">
                <a16:creationId xmlns:a16="http://schemas.microsoft.com/office/drawing/2014/main" id="{E6005184-B69A-2D7B-3868-DFCD2988E16B}"/>
              </a:ext>
            </a:extLst>
          </p:cNvPr>
          <p:cNvSpPr/>
          <p:nvPr/>
        </p:nvSpPr>
        <p:spPr>
          <a:xfrm>
            <a:off x="4435434" y="2343132"/>
            <a:ext cx="6946941" cy="114076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dist="63500" dir="2700000" algn="tl" rotWithShape="0">
              <a:prstClr val="black">
                <a:alpha val="13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9D02191-0FD0-64CA-C4D7-38C4DB5D9848}"/>
              </a:ext>
            </a:extLst>
          </p:cNvPr>
          <p:cNvSpPr txBox="1"/>
          <p:nvPr/>
        </p:nvSpPr>
        <p:spPr>
          <a:xfrm>
            <a:off x="4788899" y="2744239"/>
            <a:ext cx="17708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600">
                <a:solidFill>
                  <a:schemeClr val="accent1"/>
                </a:solidFill>
                <a:latin typeface="+mj-ea"/>
                <a:ea typeface="+mj-ea"/>
                <a:cs typeface="Calibri" panose="02000503000000020004" pitchFamily="2" charset="-127"/>
              </a:rPr>
              <a:t>연구개발</a:t>
            </a:r>
            <a:endParaRPr kumimoji="1" lang="ko-KR" altLang="en-US" sz="1600" dirty="0">
              <a:solidFill>
                <a:schemeClr val="accent1"/>
              </a:solidFill>
              <a:latin typeface="+mj-ea"/>
              <a:ea typeface="+mj-ea"/>
              <a:cs typeface="Calibri" panose="02000503000000020004" pitchFamily="2" charset="-127"/>
            </a:endParaRPr>
          </a:p>
        </p:txBody>
      </p:sp>
      <p:sp>
        <p:nvSpPr>
          <p:cNvPr id="21" name="직사각형 87">
            <a:extLst>
              <a:ext uri="{FF2B5EF4-FFF2-40B4-BE49-F238E27FC236}">
                <a16:creationId xmlns:a16="http://schemas.microsoft.com/office/drawing/2014/main" id="{89C52543-93EC-1988-DEC9-3AC1CAD993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9701" y="2626771"/>
            <a:ext cx="4822674" cy="573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100">
                <a:latin typeface="+mn-ea"/>
                <a:cs typeface="Calibri" panose="02000503000000020004" pitchFamily="2" charset="-127"/>
              </a:rPr>
              <a:t>경쟁업체와의 차별적인</a:t>
            </a:r>
            <a:r>
              <a:rPr kumimoji="1" lang="en-US" altLang="ko-KR" sz="1100">
                <a:latin typeface="+mn-ea"/>
                <a:cs typeface="Calibri" panose="02000503000000020004" pitchFamily="2" charset="-127"/>
              </a:rPr>
              <a:t> </a:t>
            </a:r>
            <a:r>
              <a:rPr kumimoji="1" lang="ko-KR" altLang="en-US" sz="1100">
                <a:latin typeface="+mn-ea"/>
                <a:cs typeface="Calibri" panose="02000503000000020004" pitchFamily="2" charset="-127"/>
              </a:rPr>
              <a:t>우위와 지위를</a:t>
            </a:r>
            <a:r>
              <a:rPr kumimoji="1" lang="en-US" altLang="ko-KR" sz="1100">
                <a:latin typeface="+mn-ea"/>
                <a:cs typeface="Calibri" panose="02000503000000020004" pitchFamily="2" charset="-127"/>
              </a:rPr>
              <a:t> </a:t>
            </a:r>
            <a:r>
              <a:rPr kumimoji="1" lang="ko-KR" altLang="en-US" sz="1100">
                <a:latin typeface="+mn-ea"/>
                <a:cs typeface="Calibri" panose="02000503000000020004" pitchFamily="2" charset="-127"/>
              </a:rPr>
              <a:t>유지하기</a:t>
            </a:r>
            <a:r>
              <a:rPr kumimoji="1" lang="en-US" altLang="ko-KR" sz="1100">
                <a:latin typeface="+mn-ea"/>
                <a:cs typeface="Calibri" panose="02000503000000020004" pitchFamily="2" charset="-127"/>
              </a:rPr>
              <a:t> </a:t>
            </a:r>
            <a:r>
              <a:rPr kumimoji="1" lang="ko-KR" altLang="en-US" sz="1100">
                <a:latin typeface="+mn-ea"/>
                <a:cs typeface="Calibri" panose="02000503000000020004" pitchFamily="2" charset="-127"/>
              </a:rPr>
              <a:t>위해 지속적인 혁신과</a:t>
            </a:r>
            <a:endParaRPr kumimoji="1" lang="en-US" altLang="ko-KR" sz="1100">
              <a:latin typeface="+mn-ea"/>
              <a:cs typeface="Calibri" panose="02000503000000020004" pitchFamily="2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100">
                <a:latin typeface="+mn-ea"/>
                <a:cs typeface="Calibri" panose="02000503000000020004" pitchFamily="2" charset="-127"/>
              </a:rPr>
              <a:t>연구개발 투자 지속</a:t>
            </a:r>
            <a:endParaRPr kumimoji="1" lang="ko-KR" altLang="ko-KR" sz="1100" dirty="0">
              <a:latin typeface="+mn-ea"/>
              <a:cs typeface="Calibri" panose="02000503000000020004" pitchFamily="2" charset="-127"/>
            </a:endParaRPr>
          </a:p>
        </p:txBody>
      </p:sp>
      <p:sp>
        <p:nvSpPr>
          <p:cNvPr id="22" name="모서리가 둥근 직사각형 61">
            <a:extLst>
              <a:ext uri="{FF2B5EF4-FFF2-40B4-BE49-F238E27FC236}">
                <a16:creationId xmlns:a16="http://schemas.microsoft.com/office/drawing/2014/main" id="{4FDA82FD-B757-38DD-6506-BFA2D146BC8F}"/>
              </a:ext>
            </a:extLst>
          </p:cNvPr>
          <p:cNvSpPr/>
          <p:nvPr/>
        </p:nvSpPr>
        <p:spPr>
          <a:xfrm>
            <a:off x="4435434" y="3654718"/>
            <a:ext cx="6946941" cy="114076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dist="63500" dir="2700000" algn="tl" rotWithShape="0">
              <a:prstClr val="black">
                <a:alpha val="13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938CF88-B32A-1026-9C0D-EE3E06885AAD}"/>
              </a:ext>
            </a:extLst>
          </p:cNvPr>
          <p:cNvSpPr txBox="1"/>
          <p:nvPr/>
        </p:nvSpPr>
        <p:spPr>
          <a:xfrm>
            <a:off x="4788899" y="4055825"/>
            <a:ext cx="17708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600">
                <a:solidFill>
                  <a:schemeClr val="accent1"/>
                </a:solidFill>
                <a:latin typeface="+mj-ea"/>
                <a:ea typeface="+mj-ea"/>
                <a:cs typeface="Calibri" panose="02000503000000020004" pitchFamily="2" charset="-127"/>
              </a:rPr>
              <a:t>고객만족</a:t>
            </a:r>
            <a:endParaRPr kumimoji="1" lang="ko-KR" altLang="en-US" sz="1600" dirty="0">
              <a:solidFill>
                <a:schemeClr val="accent1"/>
              </a:solidFill>
              <a:latin typeface="+mj-ea"/>
              <a:ea typeface="+mj-ea"/>
              <a:cs typeface="Calibri" panose="02000503000000020004" pitchFamily="2" charset="-127"/>
            </a:endParaRPr>
          </a:p>
        </p:txBody>
      </p:sp>
      <p:sp>
        <p:nvSpPr>
          <p:cNvPr id="25" name="직사각형 87">
            <a:extLst>
              <a:ext uri="{FF2B5EF4-FFF2-40B4-BE49-F238E27FC236}">
                <a16:creationId xmlns:a16="http://schemas.microsoft.com/office/drawing/2014/main" id="{A9D9E1EE-FECB-B241-D619-411F4F4CED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9701" y="3939639"/>
            <a:ext cx="4822674" cy="5709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100">
                <a:latin typeface="+mn-ea"/>
                <a:cs typeface="Calibri" panose="02000503000000020004" pitchFamily="2" charset="-127"/>
              </a:rPr>
              <a:t>고객의 요구와 기대를</a:t>
            </a:r>
            <a:r>
              <a:rPr kumimoji="1" lang="en-US" altLang="ko-KR" sz="1100">
                <a:latin typeface="+mn-ea"/>
                <a:cs typeface="Calibri" panose="02000503000000020004" pitchFamily="2" charset="-127"/>
              </a:rPr>
              <a:t> </a:t>
            </a:r>
            <a:r>
              <a:rPr kumimoji="1" lang="ko-KR" altLang="en-US" sz="1100">
                <a:latin typeface="+mn-ea"/>
                <a:cs typeface="Calibri" panose="02000503000000020004" pitchFamily="2" charset="-127"/>
              </a:rPr>
              <a:t>충족시키는</a:t>
            </a:r>
            <a:r>
              <a:rPr kumimoji="1" lang="en-US" altLang="ko-KR" sz="1100">
                <a:latin typeface="+mn-ea"/>
                <a:cs typeface="Calibri" panose="02000503000000020004" pitchFamily="2" charset="-127"/>
              </a:rPr>
              <a:t> </a:t>
            </a:r>
            <a:r>
              <a:rPr kumimoji="1" lang="ko-KR" altLang="en-US" sz="1100">
                <a:latin typeface="+mn-ea"/>
                <a:cs typeface="Calibri" panose="02000503000000020004" pitchFamily="2" charset="-127"/>
              </a:rPr>
              <a:t>서비스 제공은</a:t>
            </a:r>
            <a:r>
              <a:rPr kumimoji="1" lang="en-US" altLang="ko-KR" sz="1100">
                <a:latin typeface="+mn-ea"/>
                <a:cs typeface="Calibri" panose="02000503000000020004" pitchFamily="2" charset="-127"/>
              </a:rPr>
              <a:t> </a:t>
            </a:r>
            <a:r>
              <a:rPr kumimoji="1" lang="ko-KR" altLang="en-US" sz="1100">
                <a:latin typeface="+mn-ea"/>
                <a:cs typeface="Calibri" panose="02000503000000020004" pitchFamily="2" charset="-127"/>
              </a:rPr>
              <a:t>물론 지속적인</a:t>
            </a:r>
            <a:endParaRPr kumimoji="1" lang="en-US" altLang="ko-KR" sz="1100">
              <a:latin typeface="+mn-ea"/>
              <a:cs typeface="Calibri" panose="02000503000000020004" pitchFamily="2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100">
                <a:latin typeface="+mn-ea"/>
                <a:cs typeface="Calibri" panose="02000503000000020004" pitchFamily="2" charset="-127"/>
              </a:rPr>
              <a:t>고객만족을</a:t>
            </a:r>
            <a:r>
              <a:rPr kumimoji="1" lang="en-US" altLang="ko-KR" sz="1100">
                <a:latin typeface="+mn-ea"/>
                <a:cs typeface="Calibri" panose="02000503000000020004" pitchFamily="2" charset="-127"/>
              </a:rPr>
              <a:t> </a:t>
            </a:r>
            <a:r>
              <a:rPr kumimoji="1" lang="ko-KR" altLang="en-US" sz="1100">
                <a:latin typeface="+mn-ea"/>
                <a:cs typeface="Calibri" panose="02000503000000020004" pitchFamily="2" charset="-127"/>
              </a:rPr>
              <a:t>위한</a:t>
            </a:r>
            <a:r>
              <a:rPr kumimoji="1" lang="en-US" altLang="ko-KR" sz="1100">
                <a:latin typeface="+mn-ea"/>
                <a:cs typeface="Calibri" panose="02000503000000020004" pitchFamily="2" charset="-127"/>
              </a:rPr>
              <a:t> </a:t>
            </a:r>
            <a:r>
              <a:rPr kumimoji="1" lang="ko-KR" altLang="en-US" sz="1100">
                <a:latin typeface="+mn-ea"/>
                <a:cs typeface="Calibri" panose="02000503000000020004" pitchFamily="2" charset="-127"/>
              </a:rPr>
              <a:t>투자 지속</a:t>
            </a:r>
            <a:endParaRPr kumimoji="1" lang="ko-KR" altLang="ko-KR" sz="1100" dirty="0">
              <a:latin typeface="+mn-ea"/>
              <a:cs typeface="Calibri" panose="02000503000000020004" pitchFamily="2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8AEEC17-193F-F5F1-59C6-5EA48C26750A}"/>
              </a:ext>
            </a:extLst>
          </p:cNvPr>
          <p:cNvSpPr txBox="1"/>
          <p:nvPr/>
        </p:nvSpPr>
        <p:spPr>
          <a:xfrm>
            <a:off x="838200" y="5591038"/>
            <a:ext cx="302895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kumimoji="1" lang="ko-KR" altLang="en-US" sz="2800">
                <a:solidFill>
                  <a:schemeClr val="accent1"/>
                </a:solidFill>
                <a:latin typeface="+mj-ea"/>
                <a:ea typeface="+mj-ea"/>
                <a:cs typeface="Calibri" panose="02000503000000020004" pitchFamily="2" charset="-127"/>
              </a:rPr>
              <a:t>매출목표 </a:t>
            </a:r>
            <a:r>
              <a:rPr kumimoji="1" lang="en-US" altLang="ko-KR" sz="2800">
                <a:solidFill>
                  <a:schemeClr val="accent1"/>
                </a:solidFill>
                <a:latin typeface="+mj-ea"/>
                <a:ea typeface="+mj-ea"/>
                <a:cs typeface="Calibri" panose="02000503000000020004" pitchFamily="2" charset="-127"/>
              </a:rPr>
              <a:t>+15 </a:t>
            </a:r>
            <a:r>
              <a:rPr lang="en-US" altLang="ko-KR" sz="1600">
                <a:solidFill>
                  <a:schemeClr val="accent1"/>
                </a:solidFill>
                <a:latin typeface="+mj-lt"/>
                <a:cs typeface="Calibri" panose="02000603000000020004" pitchFamily="2" charset="-127"/>
              </a:rPr>
              <a:t>%</a:t>
            </a: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3F0E8338-C5A1-4D71-92B9-7D51D5E9D472}"/>
              </a:ext>
            </a:extLst>
          </p:cNvPr>
          <p:cNvCxnSpPr>
            <a:cxnSpLocks/>
          </p:cNvCxnSpPr>
          <p:nvPr/>
        </p:nvCxnSpPr>
        <p:spPr>
          <a:xfrm>
            <a:off x="6096000" y="1376959"/>
            <a:ext cx="0" cy="4499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B971A338-B54D-38B1-DC98-5971BC926EEA}"/>
              </a:ext>
            </a:extLst>
          </p:cNvPr>
          <p:cNvCxnSpPr>
            <a:cxnSpLocks/>
          </p:cNvCxnSpPr>
          <p:nvPr/>
        </p:nvCxnSpPr>
        <p:spPr>
          <a:xfrm>
            <a:off x="6096000" y="2688545"/>
            <a:ext cx="0" cy="4499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8C47D3EC-0EAB-AB07-01BE-F62272B27E81}"/>
              </a:ext>
            </a:extLst>
          </p:cNvPr>
          <p:cNvCxnSpPr>
            <a:cxnSpLocks/>
          </p:cNvCxnSpPr>
          <p:nvPr/>
        </p:nvCxnSpPr>
        <p:spPr>
          <a:xfrm>
            <a:off x="6096000" y="4000131"/>
            <a:ext cx="0" cy="4499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이등변 삼각형 40">
            <a:extLst>
              <a:ext uri="{FF2B5EF4-FFF2-40B4-BE49-F238E27FC236}">
                <a16:creationId xmlns:a16="http://schemas.microsoft.com/office/drawing/2014/main" id="{E5B2C2B5-E3DD-5D3B-C5A8-9EFDCB7E0386}"/>
              </a:ext>
            </a:extLst>
          </p:cNvPr>
          <p:cNvSpPr/>
          <p:nvPr/>
        </p:nvSpPr>
        <p:spPr>
          <a:xfrm>
            <a:off x="957943" y="5219405"/>
            <a:ext cx="218876" cy="188686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95ABA9C-0284-D788-7022-0DC523148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사업 목표</a:t>
            </a:r>
          </a:p>
        </p:txBody>
      </p:sp>
    </p:spTree>
    <p:extLst>
      <p:ext uri="{BB962C8B-B14F-4D97-AF65-F5344CB8AC3E}">
        <p14:creationId xmlns:p14="http://schemas.microsoft.com/office/powerpoint/2010/main" val="3646849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1" name="표 1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3595343"/>
              </p:ext>
            </p:extLst>
          </p:nvPr>
        </p:nvGraphicFramePr>
        <p:xfrm>
          <a:off x="653863" y="1904625"/>
          <a:ext cx="3401387" cy="16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1387">
                  <a:extLst>
                    <a:ext uri="{9D8B030D-6E8A-4147-A177-3AD203B41FA5}">
                      <a16:colId xmlns:a16="http://schemas.microsoft.com/office/drawing/2014/main" val="3169194570"/>
                    </a:ext>
                  </a:extLst>
                </a:gridCol>
              </a:tblGrid>
              <a:tr h="64800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20000"/>
                        </a:lnSpc>
                        <a:defRPr/>
                      </a:pPr>
                      <a:r>
                        <a:rPr lang="en-US" altLang="ko-KR" sz="1100" b="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accent1"/>
                          </a:solidFill>
                          <a:latin typeface="+mn-ea"/>
                          <a:ea typeface="+mn-ea"/>
                          <a:cs typeface="Calibri" panose="02000503000000020004" pitchFamily="2" charset="-127"/>
                        </a:rPr>
                        <a:t>Strength</a:t>
                      </a:r>
                    </a:p>
                    <a:p>
                      <a:pPr marL="0" algn="ctr" defTabSz="914400" rtl="0" eaLnBrk="1" latinLnBrk="1" hangingPunct="1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600" b="0" kern="120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Calibri" panose="02000503000000020004" pitchFamily="2" charset="-127"/>
                        </a:rPr>
                        <a:t>지속적인 신기술 개발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320434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</a:pPr>
                      <a:r>
                        <a:rPr lang="ko-KR" altLang="en-US" sz="1100" b="0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Calibri" panose="02000503000000020004" pitchFamily="2" charset="-127"/>
                        </a:rPr>
                        <a:t>특허기술 확보</a:t>
                      </a:r>
                      <a:endParaRPr lang="en-US" altLang="ko-KR" sz="11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Calibri" panose="02000503000000020004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973348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</a:pPr>
                      <a:r>
                        <a:rPr lang="ko-KR" altLang="en-US" sz="1100" b="0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Calibri" panose="02000503000000020004" pitchFamily="2" charset="-127"/>
                        </a:rPr>
                        <a:t>제조 기술력 확보</a:t>
                      </a:r>
                      <a:endParaRPr lang="en-US" altLang="ko-KR" sz="11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Calibri" panose="02000503000000020004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848238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</a:pPr>
                      <a:r>
                        <a:rPr lang="ko-KR" altLang="en-US" sz="1100" b="0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Calibri" panose="02000503000000020004" pitchFamily="2" charset="-127"/>
                        </a:rPr>
                        <a:t>축적된 경험</a:t>
                      </a:r>
                      <a:endParaRPr lang="en-US" altLang="ko-KR" sz="11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Calibri" panose="02000503000000020004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2593929"/>
                  </a:ext>
                </a:extLst>
              </a:tr>
            </a:tbl>
          </a:graphicData>
        </a:graphic>
      </p:graphicFrame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SWOT </a:t>
            </a:r>
            <a:r>
              <a:rPr lang="ko-KR" altLang="en-US"/>
              <a:t>분석</a:t>
            </a:r>
            <a:r>
              <a:rPr lang="en-US" altLang="ko-KR"/>
              <a:t>(</a:t>
            </a:r>
            <a:r>
              <a:rPr lang="ko-KR" altLang="en-US"/>
              <a:t>대응전략</a:t>
            </a:r>
            <a:r>
              <a:rPr lang="en-US" altLang="ko-KR"/>
              <a:t>)</a:t>
            </a:r>
            <a:endParaRPr lang="ko-KR" altLang="en-US" dirty="0"/>
          </a:p>
        </p:txBody>
      </p:sp>
      <p:graphicFrame>
        <p:nvGraphicFramePr>
          <p:cNvPr id="164" name="표 1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1790799"/>
              </p:ext>
            </p:extLst>
          </p:nvPr>
        </p:nvGraphicFramePr>
        <p:xfrm>
          <a:off x="653863" y="4314450"/>
          <a:ext cx="3401387" cy="16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1387">
                  <a:extLst>
                    <a:ext uri="{9D8B030D-6E8A-4147-A177-3AD203B41FA5}">
                      <a16:colId xmlns:a16="http://schemas.microsoft.com/office/drawing/2014/main" val="3169194570"/>
                    </a:ext>
                  </a:extLst>
                </a:gridCol>
              </a:tblGrid>
              <a:tr h="648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20000"/>
                        </a:lnSpc>
                        <a:defRPr/>
                      </a:pPr>
                      <a:r>
                        <a:rPr lang="en-US" altLang="ko-KR" sz="1100" b="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accent1"/>
                          </a:solidFill>
                          <a:latin typeface="+mn-ea"/>
                          <a:ea typeface="+mn-ea"/>
                          <a:cs typeface="Calibri" panose="02000503000000020004" pitchFamily="2" charset="-127"/>
                        </a:rPr>
                        <a:t>Opportunity</a:t>
                      </a:r>
                    </a:p>
                    <a:p>
                      <a:pPr marL="0" algn="ctr" defTabSz="914400" rtl="0" eaLnBrk="1" latinLnBrk="1" hangingPunct="1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600" b="0" kern="120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Calibri" panose="02000503000000020004" pitchFamily="2" charset="-127"/>
                        </a:rPr>
                        <a:t>해외 수출시장 다각화</a:t>
                      </a:r>
                      <a:endParaRPr lang="en-US" altLang="ko-KR" sz="1600" b="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Calibri" panose="02000503000000020004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320434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</a:pPr>
                      <a:r>
                        <a:rPr lang="ko-KR" altLang="en-US" sz="1100" b="0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Calibri" panose="02000503000000020004" pitchFamily="2" charset="-127"/>
                        </a:rPr>
                        <a:t>독과점 시장 선점</a:t>
                      </a:r>
                      <a:endParaRPr lang="en-US" altLang="ko-KR" sz="11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Calibri" panose="02000503000000020004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973348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</a:pPr>
                      <a:r>
                        <a:rPr lang="ko-KR" altLang="en-US" sz="1100" b="0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Calibri" panose="02000503000000020004" pitchFamily="2" charset="-127"/>
                        </a:rPr>
                        <a:t>진입장벽 높음</a:t>
                      </a:r>
                      <a:endParaRPr lang="en-US" altLang="ko-KR" sz="11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Calibri" panose="02000503000000020004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848238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</a:pPr>
                      <a:r>
                        <a:rPr lang="ko-KR" altLang="en-US" sz="1100" b="0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Calibri" panose="02000503000000020004" pitchFamily="2" charset="-127"/>
                        </a:rPr>
                        <a:t>시장규모 확대</a:t>
                      </a:r>
                      <a:endParaRPr lang="en-US" altLang="ko-KR" sz="11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Calibri" panose="02000503000000020004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2593929"/>
                  </a:ext>
                </a:extLst>
              </a:tr>
            </a:tbl>
          </a:graphicData>
        </a:graphic>
      </p:graphicFrame>
      <p:graphicFrame>
        <p:nvGraphicFramePr>
          <p:cNvPr id="165" name="표 1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2701892"/>
              </p:ext>
            </p:extLst>
          </p:nvPr>
        </p:nvGraphicFramePr>
        <p:xfrm>
          <a:off x="8136750" y="1904625"/>
          <a:ext cx="3401387" cy="16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1387">
                  <a:extLst>
                    <a:ext uri="{9D8B030D-6E8A-4147-A177-3AD203B41FA5}">
                      <a16:colId xmlns:a16="http://schemas.microsoft.com/office/drawing/2014/main" val="3169194570"/>
                    </a:ext>
                  </a:extLst>
                </a:gridCol>
              </a:tblGrid>
              <a:tr h="648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20000"/>
                        </a:lnSpc>
                        <a:defRPr/>
                      </a:pPr>
                      <a:r>
                        <a:rPr lang="en-US" altLang="ko-KR" sz="1100" b="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accent1"/>
                          </a:solidFill>
                          <a:latin typeface="+mn-ea"/>
                          <a:ea typeface="+mn-ea"/>
                          <a:cs typeface="Calibri" panose="02000503000000020004" pitchFamily="2" charset="-127"/>
                        </a:rPr>
                        <a:t>Weakness</a:t>
                      </a:r>
                    </a:p>
                    <a:p>
                      <a:pPr marL="0" algn="ctr" defTabSz="914400" rtl="0" eaLnBrk="1" latinLnBrk="1" hangingPunct="1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600" b="0" kern="120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Calibri" panose="02000503000000020004" pitchFamily="2" charset="-127"/>
                        </a:rPr>
                        <a:t>전략적 제휴 확대</a:t>
                      </a:r>
                      <a:endParaRPr lang="en-US" altLang="ko-KR" sz="1600" b="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Calibri" panose="02000503000000020004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320434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100" b="0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Calibri" panose="02000503000000020004" pitchFamily="2" charset="-127"/>
                        </a:rPr>
                        <a:t>재무구조 취약</a:t>
                      </a:r>
                      <a:endParaRPr lang="en-US" altLang="ko-KR" sz="11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Calibri" panose="02000503000000020004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973348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100" b="0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Calibri" panose="02000503000000020004" pitchFamily="2" charset="-127"/>
                        </a:rPr>
                        <a:t>물류비 증가</a:t>
                      </a:r>
                      <a:endParaRPr lang="en-US" altLang="ko-KR" sz="11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Calibri" panose="02000503000000020004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848238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100" b="0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Calibri" panose="02000503000000020004" pitchFamily="2" charset="-127"/>
                        </a:rPr>
                        <a:t>기술인력 부족</a:t>
                      </a:r>
                      <a:endParaRPr lang="en-US" altLang="ko-KR" sz="11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Calibri" panose="02000503000000020004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2593929"/>
                  </a:ext>
                </a:extLst>
              </a:tr>
            </a:tbl>
          </a:graphicData>
        </a:graphic>
      </p:graphicFrame>
      <p:graphicFrame>
        <p:nvGraphicFramePr>
          <p:cNvPr id="166" name="표 1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5887479"/>
              </p:ext>
            </p:extLst>
          </p:nvPr>
        </p:nvGraphicFramePr>
        <p:xfrm>
          <a:off x="8136750" y="4314450"/>
          <a:ext cx="3401387" cy="16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1387">
                  <a:extLst>
                    <a:ext uri="{9D8B030D-6E8A-4147-A177-3AD203B41FA5}">
                      <a16:colId xmlns:a16="http://schemas.microsoft.com/office/drawing/2014/main" val="3169194570"/>
                    </a:ext>
                  </a:extLst>
                </a:gridCol>
              </a:tblGrid>
              <a:tr h="648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20000"/>
                        </a:lnSpc>
                        <a:defRPr/>
                      </a:pPr>
                      <a:r>
                        <a:rPr lang="en-US" altLang="ko-KR" sz="1100" b="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accent1"/>
                          </a:solidFill>
                          <a:latin typeface="+mn-ea"/>
                          <a:ea typeface="+mn-ea"/>
                          <a:cs typeface="Calibri" panose="02000503000000020004" pitchFamily="2" charset="-127"/>
                        </a:rPr>
                        <a:t>Threat</a:t>
                      </a:r>
                    </a:p>
                    <a:p>
                      <a:pPr marL="0" algn="ctr" defTabSz="914400" rtl="0" eaLnBrk="1" latinLnBrk="1" hangingPunct="1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600" b="0" kern="120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Calibri" panose="02000503000000020004" pitchFamily="2" charset="-127"/>
                        </a:rPr>
                        <a:t>지속적 신기술 개발</a:t>
                      </a:r>
                      <a:endParaRPr lang="en-US" altLang="ko-KR" sz="1600" b="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Calibri" panose="02000503000000020004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320434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100" b="0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Calibri" panose="02000503000000020004" pitchFamily="2" charset="-127"/>
                        </a:rPr>
                        <a:t>해외업체 경쟁</a:t>
                      </a:r>
                      <a:endParaRPr lang="en-US" altLang="ko-KR" sz="11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Calibri" panose="02000503000000020004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973348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100" b="0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Calibri" panose="02000503000000020004" pitchFamily="2" charset="-127"/>
                        </a:rPr>
                        <a:t>원자재 비용 상승</a:t>
                      </a:r>
                      <a:endParaRPr lang="en-US" altLang="ko-KR" sz="11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Calibri" panose="02000503000000020004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848238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100" b="0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Calibri" panose="02000503000000020004" pitchFamily="2" charset="-127"/>
                        </a:rPr>
                        <a:t>원가절감 한계</a:t>
                      </a:r>
                      <a:endParaRPr lang="en-US" altLang="ko-KR" sz="11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Calibri" panose="02000503000000020004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2593929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6B049242-8239-7451-82C9-ADBF6EBC1C15}"/>
              </a:ext>
            </a:extLst>
          </p:cNvPr>
          <p:cNvSpPr/>
          <p:nvPr/>
        </p:nvSpPr>
        <p:spPr>
          <a:xfrm>
            <a:off x="4641439" y="2587625"/>
            <a:ext cx="1297992" cy="1297992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254000" dist="1270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>
                <a:latin typeface="+mj-lt"/>
              </a:rPr>
              <a:t>S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F10BABA-472C-C019-AAC2-CC699F67ED5B}"/>
              </a:ext>
            </a:extLst>
          </p:cNvPr>
          <p:cNvSpPr/>
          <p:nvPr/>
        </p:nvSpPr>
        <p:spPr>
          <a:xfrm>
            <a:off x="6252569" y="2587625"/>
            <a:ext cx="1297992" cy="1297992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254000" dist="1270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>
                <a:latin typeface="+mj-lt"/>
              </a:rPr>
              <a:t>W</a:t>
            </a:r>
            <a:endParaRPr lang="ko-KR" altLang="en-US" sz="2800">
              <a:latin typeface="+mj-lt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ECB39AB-BF01-D32F-A384-6B33E93A8E57}"/>
              </a:ext>
            </a:extLst>
          </p:cNvPr>
          <p:cNvSpPr/>
          <p:nvPr/>
        </p:nvSpPr>
        <p:spPr>
          <a:xfrm>
            <a:off x="4641439" y="4197557"/>
            <a:ext cx="1297992" cy="1297992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254000" dist="1270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>
                <a:latin typeface="+mj-lt"/>
              </a:rPr>
              <a:t>O</a:t>
            </a:r>
            <a:endParaRPr lang="ko-KR" altLang="en-US" sz="2800">
              <a:latin typeface="+mj-lt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AC10C12-BF5F-AF9B-2835-EE6DFC2E7A60}"/>
              </a:ext>
            </a:extLst>
          </p:cNvPr>
          <p:cNvSpPr/>
          <p:nvPr/>
        </p:nvSpPr>
        <p:spPr>
          <a:xfrm>
            <a:off x="6252569" y="4197557"/>
            <a:ext cx="1297992" cy="1297992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254000" dist="1270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>
                <a:latin typeface="+mj-lt"/>
              </a:rPr>
              <a:t>T</a:t>
            </a:r>
            <a:endParaRPr lang="ko-KR" altLang="en-US" sz="2800">
              <a:latin typeface="+mj-lt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3A0A83B-93AE-22BF-BDBA-FD6C6987EC66}"/>
              </a:ext>
            </a:extLst>
          </p:cNvPr>
          <p:cNvSpPr/>
          <p:nvPr/>
        </p:nvSpPr>
        <p:spPr>
          <a:xfrm>
            <a:off x="4704751" y="2650937"/>
            <a:ext cx="1171368" cy="1171368"/>
          </a:xfrm>
          <a:prstGeom prst="rect">
            <a:avLst/>
          </a:prstGeom>
          <a:noFill/>
          <a:ln>
            <a:solidFill>
              <a:schemeClr val="bg1">
                <a:alpha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B2CE4AA-D27D-DC77-8839-386F26F2546E}"/>
              </a:ext>
            </a:extLst>
          </p:cNvPr>
          <p:cNvSpPr/>
          <p:nvPr/>
        </p:nvSpPr>
        <p:spPr>
          <a:xfrm>
            <a:off x="6315881" y="2650937"/>
            <a:ext cx="1171368" cy="1171368"/>
          </a:xfrm>
          <a:prstGeom prst="rect">
            <a:avLst/>
          </a:prstGeom>
          <a:noFill/>
          <a:ln>
            <a:solidFill>
              <a:schemeClr val="bg1">
                <a:alpha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EB5FC8F-1875-D807-2109-741D5DD731A4}"/>
              </a:ext>
            </a:extLst>
          </p:cNvPr>
          <p:cNvSpPr/>
          <p:nvPr/>
        </p:nvSpPr>
        <p:spPr>
          <a:xfrm>
            <a:off x="4704751" y="4260869"/>
            <a:ext cx="1171368" cy="1171368"/>
          </a:xfrm>
          <a:prstGeom prst="rect">
            <a:avLst/>
          </a:prstGeom>
          <a:noFill/>
          <a:ln>
            <a:solidFill>
              <a:schemeClr val="bg1">
                <a:alpha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5B8D267-3CCE-DC7F-939F-07C7C6EAA710}"/>
              </a:ext>
            </a:extLst>
          </p:cNvPr>
          <p:cNvSpPr/>
          <p:nvPr/>
        </p:nvSpPr>
        <p:spPr>
          <a:xfrm>
            <a:off x="6315881" y="4260869"/>
            <a:ext cx="1171368" cy="1171368"/>
          </a:xfrm>
          <a:prstGeom prst="rect">
            <a:avLst/>
          </a:prstGeom>
          <a:noFill/>
          <a:ln>
            <a:solidFill>
              <a:schemeClr val="bg1">
                <a:alpha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CB369972-F359-AF21-3111-EAE26A954225}"/>
              </a:ext>
            </a:extLst>
          </p:cNvPr>
          <p:cNvCxnSpPr/>
          <p:nvPr/>
        </p:nvCxnSpPr>
        <p:spPr>
          <a:xfrm>
            <a:off x="6096000" y="2006600"/>
            <a:ext cx="0" cy="4064000"/>
          </a:xfrm>
          <a:prstGeom prst="line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6F1C281-FD2F-2FAA-D363-DE681A293F8B}"/>
              </a:ext>
            </a:extLst>
          </p:cNvPr>
          <p:cNvCxnSpPr>
            <a:cxnSpLocks/>
          </p:cNvCxnSpPr>
          <p:nvPr/>
        </p:nvCxnSpPr>
        <p:spPr>
          <a:xfrm>
            <a:off x="653863" y="4051300"/>
            <a:ext cx="10884274" cy="0"/>
          </a:xfrm>
          <a:prstGeom prst="line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4470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434E7C-511B-127C-62A0-A277359A7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86" y="601891"/>
            <a:ext cx="7613814" cy="615949"/>
          </a:xfrm>
        </p:spPr>
        <p:txBody>
          <a:bodyPr/>
          <a:lstStyle/>
          <a:p>
            <a:r>
              <a:rPr lang="ko-KR" altLang="en-US"/>
              <a:t>상세타이틀을 입력하세요</a:t>
            </a:r>
            <a:endParaRPr lang="en-US" altLang="ko-KR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F8B9359-869C-E834-D46A-8BC21FDB2BB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9150" y="1552575"/>
            <a:ext cx="10553698" cy="4457699"/>
          </a:xfrm>
        </p:spPr>
        <p:txBody>
          <a:bodyPr/>
          <a:lstStyle/>
          <a:p>
            <a:r>
              <a:rPr lang="ko-KR" altLang="en-US"/>
              <a:t>내용을 입력하세요</a:t>
            </a:r>
            <a:r>
              <a:rPr lang="en-US" altLang="ko-K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33083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20000"/>
                <a:lumOff val="80000"/>
                <a:alpha val="15000"/>
              </a:schemeClr>
            </a:gs>
            <a:gs pos="34000">
              <a:schemeClr val="bg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자유형: 도형 536">
            <a:extLst>
              <a:ext uri="{FF2B5EF4-FFF2-40B4-BE49-F238E27FC236}">
                <a16:creationId xmlns:a16="http://schemas.microsoft.com/office/drawing/2014/main" id="{8A2ED7CD-44A9-C362-1DA0-C7B89F3A3F3E}"/>
              </a:ext>
            </a:extLst>
          </p:cNvPr>
          <p:cNvSpPr/>
          <p:nvPr/>
        </p:nvSpPr>
        <p:spPr>
          <a:xfrm>
            <a:off x="9698002" y="4025909"/>
            <a:ext cx="2493998" cy="2832091"/>
          </a:xfrm>
          <a:custGeom>
            <a:avLst/>
            <a:gdLst>
              <a:gd name="connsiteX0" fmla="*/ 102378 w 2493998"/>
              <a:gd name="connsiteY0" fmla="*/ 945479 h 2832091"/>
              <a:gd name="connsiteX1" fmla="*/ 1988990 w 2493998"/>
              <a:gd name="connsiteY1" fmla="*/ 2832091 h 2832091"/>
              <a:gd name="connsiteX2" fmla="*/ 1784234 w 2493998"/>
              <a:gd name="connsiteY2" fmla="*/ 2832091 h 2832091"/>
              <a:gd name="connsiteX3" fmla="*/ 0 w 2493998"/>
              <a:gd name="connsiteY3" fmla="*/ 1047857 h 2832091"/>
              <a:gd name="connsiteX4" fmla="*/ 298753 w 2493998"/>
              <a:gd name="connsiteY4" fmla="*/ 749104 h 2832091"/>
              <a:gd name="connsiteX5" fmla="*/ 2381739 w 2493998"/>
              <a:gd name="connsiteY5" fmla="*/ 2832091 h 2832091"/>
              <a:gd name="connsiteX6" fmla="*/ 2230860 w 2493998"/>
              <a:gd name="connsiteY6" fmla="*/ 2832091 h 2832091"/>
              <a:gd name="connsiteX7" fmla="*/ 223313 w 2493998"/>
              <a:gd name="connsiteY7" fmla="*/ 824544 h 2832091"/>
              <a:gd name="connsiteX8" fmla="*/ 465522 w 2493998"/>
              <a:gd name="connsiteY8" fmla="*/ 582333 h 2832091"/>
              <a:gd name="connsiteX9" fmla="*/ 2493998 w 2493998"/>
              <a:gd name="connsiteY9" fmla="*/ 2610810 h 2832091"/>
              <a:gd name="connsiteX10" fmla="*/ 2493998 w 2493998"/>
              <a:gd name="connsiteY10" fmla="*/ 2702482 h 2832091"/>
              <a:gd name="connsiteX11" fmla="*/ 419686 w 2493998"/>
              <a:gd name="connsiteY11" fmla="*/ 628171 h 2832091"/>
              <a:gd name="connsiteX12" fmla="*/ 624257 w 2493998"/>
              <a:gd name="connsiteY12" fmla="*/ 423601 h 2832091"/>
              <a:gd name="connsiteX13" fmla="*/ 2493998 w 2493998"/>
              <a:gd name="connsiteY13" fmla="*/ 2293342 h 2832091"/>
              <a:gd name="connsiteX14" fmla="*/ 2493998 w 2493998"/>
              <a:gd name="connsiteY14" fmla="*/ 2368943 h 2832091"/>
              <a:gd name="connsiteX15" fmla="*/ 586457 w 2493998"/>
              <a:gd name="connsiteY15" fmla="*/ 461402 h 2832091"/>
              <a:gd name="connsiteX16" fmla="*/ 775900 w 2493998"/>
              <a:gd name="connsiteY16" fmla="*/ 271959 h 2832091"/>
              <a:gd name="connsiteX17" fmla="*/ 2493998 w 2493998"/>
              <a:gd name="connsiteY17" fmla="*/ 1990057 h 2832091"/>
              <a:gd name="connsiteX18" fmla="*/ 2493998 w 2493998"/>
              <a:gd name="connsiteY18" fmla="*/ 2051475 h 2832091"/>
              <a:gd name="connsiteX19" fmla="*/ 745191 w 2493998"/>
              <a:gd name="connsiteY19" fmla="*/ 302668 h 2832091"/>
              <a:gd name="connsiteX20" fmla="*/ 915322 w 2493998"/>
              <a:gd name="connsiteY20" fmla="*/ 132535 h 2832091"/>
              <a:gd name="connsiteX21" fmla="*/ 2493998 w 2493998"/>
              <a:gd name="connsiteY21" fmla="*/ 1711211 h 2832091"/>
              <a:gd name="connsiteX22" fmla="*/ 2493998 w 2493998"/>
              <a:gd name="connsiteY22" fmla="*/ 1748193 h 2832091"/>
              <a:gd name="connsiteX23" fmla="*/ 896831 w 2493998"/>
              <a:gd name="connsiteY23" fmla="*/ 151026 h 2832091"/>
              <a:gd name="connsiteX24" fmla="*/ 1047857 w 2493998"/>
              <a:gd name="connsiteY24" fmla="*/ 0 h 2832091"/>
              <a:gd name="connsiteX25" fmla="*/ 2493998 w 2493998"/>
              <a:gd name="connsiteY25" fmla="*/ 1446141 h 2832091"/>
              <a:gd name="connsiteX26" fmla="*/ 2493998 w 2493998"/>
              <a:gd name="connsiteY26" fmla="*/ 1469343 h 2832091"/>
              <a:gd name="connsiteX27" fmla="*/ 1036255 w 2493998"/>
              <a:gd name="connsiteY27" fmla="*/ 11601 h 2832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2493998" h="2832091">
                <a:moveTo>
                  <a:pt x="102378" y="945479"/>
                </a:moveTo>
                <a:lnTo>
                  <a:pt x="1988990" y="2832091"/>
                </a:lnTo>
                <a:lnTo>
                  <a:pt x="1784234" y="2832091"/>
                </a:lnTo>
                <a:lnTo>
                  <a:pt x="0" y="1047857"/>
                </a:lnTo>
                <a:close/>
                <a:moveTo>
                  <a:pt x="298753" y="749104"/>
                </a:moveTo>
                <a:lnTo>
                  <a:pt x="2381739" y="2832091"/>
                </a:lnTo>
                <a:lnTo>
                  <a:pt x="2230860" y="2832091"/>
                </a:lnTo>
                <a:lnTo>
                  <a:pt x="223313" y="824544"/>
                </a:lnTo>
                <a:close/>
                <a:moveTo>
                  <a:pt x="465522" y="582333"/>
                </a:moveTo>
                <a:lnTo>
                  <a:pt x="2493998" y="2610810"/>
                </a:lnTo>
                <a:lnTo>
                  <a:pt x="2493998" y="2702482"/>
                </a:lnTo>
                <a:lnTo>
                  <a:pt x="419686" y="628171"/>
                </a:lnTo>
                <a:close/>
                <a:moveTo>
                  <a:pt x="624257" y="423601"/>
                </a:moveTo>
                <a:lnTo>
                  <a:pt x="2493998" y="2293342"/>
                </a:lnTo>
                <a:lnTo>
                  <a:pt x="2493998" y="2368943"/>
                </a:lnTo>
                <a:lnTo>
                  <a:pt x="586457" y="461402"/>
                </a:lnTo>
                <a:close/>
                <a:moveTo>
                  <a:pt x="775900" y="271959"/>
                </a:moveTo>
                <a:lnTo>
                  <a:pt x="2493998" y="1990057"/>
                </a:lnTo>
                <a:lnTo>
                  <a:pt x="2493998" y="2051475"/>
                </a:lnTo>
                <a:lnTo>
                  <a:pt x="745191" y="302668"/>
                </a:lnTo>
                <a:close/>
                <a:moveTo>
                  <a:pt x="915322" y="132535"/>
                </a:moveTo>
                <a:lnTo>
                  <a:pt x="2493998" y="1711211"/>
                </a:lnTo>
                <a:lnTo>
                  <a:pt x="2493998" y="1748193"/>
                </a:lnTo>
                <a:lnTo>
                  <a:pt x="896831" y="151026"/>
                </a:lnTo>
                <a:close/>
                <a:moveTo>
                  <a:pt x="1047857" y="0"/>
                </a:moveTo>
                <a:lnTo>
                  <a:pt x="2493998" y="1446141"/>
                </a:lnTo>
                <a:lnTo>
                  <a:pt x="2493998" y="1469343"/>
                </a:lnTo>
                <a:lnTo>
                  <a:pt x="1036255" y="11601"/>
                </a:lnTo>
                <a:close/>
              </a:path>
            </a:pathLst>
          </a:custGeom>
          <a:gradFill flip="none" rotWithShape="1">
            <a:gsLst>
              <a:gs pos="440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49" name="제목 248">
            <a:extLst>
              <a:ext uri="{FF2B5EF4-FFF2-40B4-BE49-F238E27FC236}">
                <a16:creationId xmlns:a16="http://schemas.microsoft.com/office/drawing/2014/main" id="{0EB933BB-47CB-FD19-24BB-586DA5EF0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63801"/>
            <a:ext cx="7315200" cy="3200400"/>
          </a:xfrm>
        </p:spPr>
        <p:txBody>
          <a:bodyPr>
            <a:normAutofit/>
          </a:bodyPr>
          <a:lstStyle/>
          <a:p>
            <a:r>
              <a:rPr lang="ko-KR" altLang="en-US"/>
              <a:t>성과관리</a:t>
            </a:r>
            <a:br>
              <a:rPr lang="en-US" altLang="ko-KR"/>
            </a:br>
            <a:r>
              <a:rPr lang="ko-KR" altLang="en-US">
                <a:solidFill>
                  <a:schemeClr val="accent1"/>
                </a:solidFill>
              </a:rPr>
              <a:t>실적</a:t>
            </a:r>
            <a:r>
              <a:rPr lang="ko-KR" altLang="en-US"/>
              <a:t> 보고서</a:t>
            </a:r>
            <a:endParaRPr lang="ko-KR" altLang="en-US" dirty="0"/>
          </a:p>
        </p:txBody>
      </p:sp>
      <p:sp>
        <p:nvSpPr>
          <p:cNvPr id="557" name="TextBox 556">
            <a:extLst>
              <a:ext uri="{FF2B5EF4-FFF2-40B4-BE49-F238E27FC236}">
                <a16:creationId xmlns:a16="http://schemas.microsoft.com/office/drawing/2014/main" id="{9C7B103B-3BE8-696B-0EB3-008832BB975C}"/>
              </a:ext>
            </a:extLst>
          </p:cNvPr>
          <p:cNvSpPr txBox="1"/>
          <p:nvPr/>
        </p:nvSpPr>
        <p:spPr>
          <a:xfrm>
            <a:off x="7888251" y="556920"/>
            <a:ext cx="3619501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1200">
                <a:solidFill>
                  <a:schemeClr val="bg1">
                    <a:lumMod val="65000"/>
                  </a:schemeClr>
                </a:solidFill>
                <a:ea typeface="+mj-ea"/>
                <a:cs typeface="Calibri" panose="02000503000000020004" pitchFamily="2" charset="-127"/>
              </a:rPr>
              <a:t>PERFORMANCE</a:t>
            </a:r>
          </a:p>
          <a:p>
            <a:pPr algn="r"/>
            <a:r>
              <a:rPr lang="en-US" altLang="ko-KR" sz="1200">
                <a:solidFill>
                  <a:schemeClr val="bg1">
                    <a:lumMod val="65000"/>
                  </a:schemeClr>
                </a:solidFill>
                <a:ea typeface="+mj-ea"/>
                <a:cs typeface="Calibri" panose="02000503000000020004" pitchFamily="2" charset="-127"/>
              </a:rPr>
              <a:t>MANAGEMENT REPORT </a:t>
            </a:r>
            <a:endParaRPr lang="ko-KR" altLang="en-US" sz="1200" dirty="0">
              <a:solidFill>
                <a:schemeClr val="bg1">
                  <a:lumMod val="65000"/>
                </a:schemeClr>
              </a:solidFill>
              <a:ea typeface="+mj-ea"/>
              <a:cs typeface="Calibri" panose="02000503000000020004" pitchFamily="2" charset="-127"/>
            </a:endParaRPr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7019F11E-61C2-C1CC-581F-A1B7519D6DAB}"/>
              </a:ext>
            </a:extLst>
          </p:cNvPr>
          <p:cNvSpPr/>
          <p:nvPr/>
        </p:nvSpPr>
        <p:spPr>
          <a:xfrm>
            <a:off x="1" y="1"/>
            <a:ext cx="2608229" cy="2608229"/>
          </a:xfrm>
          <a:custGeom>
            <a:avLst/>
            <a:gdLst>
              <a:gd name="connsiteX0" fmla="*/ 2403474 w 2608229"/>
              <a:gd name="connsiteY0" fmla="*/ 0 h 2608229"/>
              <a:gd name="connsiteX1" fmla="*/ 2608229 w 2608229"/>
              <a:gd name="connsiteY1" fmla="*/ 0 h 2608229"/>
              <a:gd name="connsiteX2" fmla="*/ 0 w 2608229"/>
              <a:gd name="connsiteY2" fmla="*/ 2608229 h 2608229"/>
              <a:gd name="connsiteX3" fmla="*/ 0 w 2608229"/>
              <a:gd name="connsiteY3" fmla="*/ 2403474 h 2608229"/>
              <a:gd name="connsiteX4" fmla="*/ 2010723 w 2608229"/>
              <a:gd name="connsiteY4" fmla="*/ 0 h 2608229"/>
              <a:gd name="connsiteX5" fmla="*/ 2161603 w 2608229"/>
              <a:gd name="connsiteY5" fmla="*/ 0 h 2608229"/>
              <a:gd name="connsiteX6" fmla="*/ 0 w 2608229"/>
              <a:gd name="connsiteY6" fmla="*/ 2161603 h 2608229"/>
              <a:gd name="connsiteX7" fmla="*/ 0 w 2608229"/>
              <a:gd name="connsiteY7" fmla="*/ 2010723 h 2608229"/>
              <a:gd name="connsiteX8" fmla="*/ 1677182 w 2608229"/>
              <a:gd name="connsiteY8" fmla="*/ 0 h 2608229"/>
              <a:gd name="connsiteX9" fmla="*/ 1768856 w 2608229"/>
              <a:gd name="connsiteY9" fmla="*/ 0 h 2608229"/>
              <a:gd name="connsiteX10" fmla="*/ 0 w 2608229"/>
              <a:gd name="connsiteY10" fmla="*/ 1768856 h 2608229"/>
              <a:gd name="connsiteX11" fmla="*/ 0 w 2608229"/>
              <a:gd name="connsiteY11" fmla="*/ 1677182 h 2608229"/>
              <a:gd name="connsiteX12" fmla="*/ 1359716 w 2608229"/>
              <a:gd name="connsiteY12" fmla="*/ 0 h 2608229"/>
              <a:gd name="connsiteX13" fmla="*/ 1435317 w 2608229"/>
              <a:gd name="connsiteY13" fmla="*/ 0 h 2608229"/>
              <a:gd name="connsiteX14" fmla="*/ 0 w 2608229"/>
              <a:gd name="connsiteY14" fmla="*/ 1435317 h 2608229"/>
              <a:gd name="connsiteX15" fmla="*/ 0 w 2608229"/>
              <a:gd name="connsiteY15" fmla="*/ 1359716 h 2608229"/>
              <a:gd name="connsiteX16" fmla="*/ 1056431 w 2608229"/>
              <a:gd name="connsiteY16" fmla="*/ 0 h 2608229"/>
              <a:gd name="connsiteX17" fmla="*/ 1117849 w 2608229"/>
              <a:gd name="connsiteY17" fmla="*/ 0 h 2608229"/>
              <a:gd name="connsiteX18" fmla="*/ 0 w 2608229"/>
              <a:gd name="connsiteY18" fmla="*/ 1117849 h 2608229"/>
              <a:gd name="connsiteX19" fmla="*/ 0 w 2608229"/>
              <a:gd name="connsiteY19" fmla="*/ 1056431 h 2608229"/>
              <a:gd name="connsiteX20" fmla="*/ 777583 w 2608229"/>
              <a:gd name="connsiteY20" fmla="*/ 0 h 2608229"/>
              <a:gd name="connsiteX21" fmla="*/ 814565 w 2608229"/>
              <a:gd name="connsiteY21" fmla="*/ 0 h 2608229"/>
              <a:gd name="connsiteX22" fmla="*/ 0 w 2608229"/>
              <a:gd name="connsiteY22" fmla="*/ 814565 h 2608229"/>
              <a:gd name="connsiteX23" fmla="*/ 0 w 2608229"/>
              <a:gd name="connsiteY23" fmla="*/ 777583 h 2608229"/>
              <a:gd name="connsiteX24" fmla="*/ 512513 w 2608229"/>
              <a:gd name="connsiteY24" fmla="*/ 0 h 2608229"/>
              <a:gd name="connsiteX25" fmla="*/ 535716 w 2608229"/>
              <a:gd name="connsiteY25" fmla="*/ 0 h 2608229"/>
              <a:gd name="connsiteX26" fmla="*/ 0 w 2608229"/>
              <a:gd name="connsiteY26" fmla="*/ 535716 h 2608229"/>
              <a:gd name="connsiteX27" fmla="*/ 0 w 2608229"/>
              <a:gd name="connsiteY27" fmla="*/ 512513 h 260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2608229" h="2608229">
                <a:moveTo>
                  <a:pt x="2403474" y="0"/>
                </a:moveTo>
                <a:lnTo>
                  <a:pt x="2608229" y="0"/>
                </a:lnTo>
                <a:lnTo>
                  <a:pt x="0" y="2608229"/>
                </a:lnTo>
                <a:lnTo>
                  <a:pt x="0" y="2403474"/>
                </a:lnTo>
                <a:close/>
                <a:moveTo>
                  <a:pt x="2010723" y="0"/>
                </a:moveTo>
                <a:lnTo>
                  <a:pt x="2161603" y="0"/>
                </a:lnTo>
                <a:lnTo>
                  <a:pt x="0" y="2161603"/>
                </a:lnTo>
                <a:lnTo>
                  <a:pt x="0" y="2010723"/>
                </a:lnTo>
                <a:close/>
                <a:moveTo>
                  <a:pt x="1677182" y="0"/>
                </a:moveTo>
                <a:lnTo>
                  <a:pt x="1768856" y="0"/>
                </a:lnTo>
                <a:lnTo>
                  <a:pt x="0" y="1768856"/>
                </a:lnTo>
                <a:lnTo>
                  <a:pt x="0" y="1677182"/>
                </a:lnTo>
                <a:close/>
                <a:moveTo>
                  <a:pt x="1359716" y="0"/>
                </a:moveTo>
                <a:lnTo>
                  <a:pt x="1435317" y="0"/>
                </a:lnTo>
                <a:lnTo>
                  <a:pt x="0" y="1435317"/>
                </a:lnTo>
                <a:lnTo>
                  <a:pt x="0" y="1359716"/>
                </a:lnTo>
                <a:close/>
                <a:moveTo>
                  <a:pt x="1056431" y="0"/>
                </a:moveTo>
                <a:lnTo>
                  <a:pt x="1117849" y="0"/>
                </a:lnTo>
                <a:lnTo>
                  <a:pt x="0" y="1117849"/>
                </a:lnTo>
                <a:lnTo>
                  <a:pt x="0" y="1056431"/>
                </a:lnTo>
                <a:close/>
                <a:moveTo>
                  <a:pt x="777583" y="0"/>
                </a:moveTo>
                <a:lnTo>
                  <a:pt x="814565" y="0"/>
                </a:lnTo>
                <a:lnTo>
                  <a:pt x="0" y="814565"/>
                </a:lnTo>
                <a:lnTo>
                  <a:pt x="0" y="777583"/>
                </a:lnTo>
                <a:close/>
                <a:moveTo>
                  <a:pt x="512513" y="0"/>
                </a:moveTo>
                <a:lnTo>
                  <a:pt x="535716" y="0"/>
                </a:lnTo>
                <a:lnTo>
                  <a:pt x="0" y="535716"/>
                </a:lnTo>
                <a:lnTo>
                  <a:pt x="0" y="512513"/>
                </a:lnTo>
                <a:close/>
              </a:path>
            </a:pathLst>
          </a:custGeom>
          <a:gradFill flip="none" rotWithShape="1">
            <a:gsLst>
              <a:gs pos="440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32" name="자유형: 도형 531">
            <a:extLst>
              <a:ext uri="{FF2B5EF4-FFF2-40B4-BE49-F238E27FC236}">
                <a16:creationId xmlns:a16="http://schemas.microsoft.com/office/drawing/2014/main" id="{F4E42A9B-5AFD-0909-46AC-F58CA7365EA7}"/>
              </a:ext>
            </a:extLst>
          </p:cNvPr>
          <p:cNvSpPr/>
          <p:nvPr/>
        </p:nvSpPr>
        <p:spPr>
          <a:xfrm>
            <a:off x="5860144" y="526144"/>
            <a:ext cx="6331856" cy="6331857"/>
          </a:xfrm>
          <a:custGeom>
            <a:avLst/>
            <a:gdLst>
              <a:gd name="connsiteX0" fmla="*/ 6331856 w 6331856"/>
              <a:gd name="connsiteY0" fmla="*/ 1890961 h 6331857"/>
              <a:gd name="connsiteX1" fmla="*/ 6331856 w 6331856"/>
              <a:gd name="connsiteY1" fmla="*/ 2095716 h 6331857"/>
              <a:gd name="connsiteX2" fmla="*/ 2095715 w 6331856"/>
              <a:gd name="connsiteY2" fmla="*/ 6331857 h 6331857"/>
              <a:gd name="connsiteX3" fmla="*/ 1890960 w 6331856"/>
              <a:gd name="connsiteY3" fmla="*/ 6331857 h 6331857"/>
              <a:gd name="connsiteX4" fmla="*/ 6331856 w 6331856"/>
              <a:gd name="connsiteY4" fmla="*/ 1498210 h 6331857"/>
              <a:gd name="connsiteX5" fmla="*/ 6331856 w 6331856"/>
              <a:gd name="connsiteY5" fmla="*/ 1649090 h 6331857"/>
              <a:gd name="connsiteX6" fmla="*/ 1649089 w 6331856"/>
              <a:gd name="connsiteY6" fmla="*/ 6331857 h 6331857"/>
              <a:gd name="connsiteX7" fmla="*/ 1498209 w 6331856"/>
              <a:gd name="connsiteY7" fmla="*/ 6331857 h 6331857"/>
              <a:gd name="connsiteX8" fmla="*/ 6331856 w 6331856"/>
              <a:gd name="connsiteY8" fmla="*/ 1164670 h 6331857"/>
              <a:gd name="connsiteX9" fmla="*/ 6331856 w 6331856"/>
              <a:gd name="connsiteY9" fmla="*/ 1256344 h 6331857"/>
              <a:gd name="connsiteX10" fmla="*/ 1256342 w 6331856"/>
              <a:gd name="connsiteY10" fmla="*/ 6331857 h 6331857"/>
              <a:gd name="connsiteX11" fmla="*/ 1164669 w 6331856"/>
              <a:gd name="connsiteY11" fmla="*/ 6331857 h 6331857"/>
              <a:gd name="connsiteX12" fmla="*/ 6331856 w 6331856"/>
              <a:gd name="connsiteY12" fmla="*/ 847204 h 6331857"/>
              <a:gd name="connsiteX13" fmla="*/ 6331856 w 6331856"/>
              <a:gd name="connsiteY13" fmla="*/ 922805 h 6331857"/>
              <a:gd name="connsiteX14" fmla="*/ 922804 w 6331856"/>
              <a:gd name="connsiteY14" fmla="*/ 6331857 h 6331857"/>
              <a:gd name="connsiteX15" fmla="*/ 847203 w 6331856"/>
              <a:gd name="connsiteY15" fmla="*/ 6331857 h 6331857"/>
              <a:gd name="connsiteX16" fmla="*/ 6331856 w 6331856"/>
              <a:gd name="connsiteY16" fmla="*/ 543919 h 6331857"/>
              <a:gd name="connsiteX17" fmla="*/ 6331856 w 6331856"/>
              <a:gd name="connsiteY17" fmla="*/ 605337 h 6331857"/>
              <a:gd name="connsiteX18" fmla="*/ 605336 w 6331856"/>
              <a:gd name="connsiteY18" fmla="*/ 6331857 h 6331857"/>
              <a:gd name="connsiteX19" fmla="*/ 543918 w 6331856"/>
              <a:gd name="connsiteY19" fmla="*/ 6331857 h 6331857"/>
              <a:gd name="connsiteX20" fmla="*/ 6331856 w 6331856"/>
              <a:gd name="connsiteY20" fmla="*/ 265071 h 6331857"/>
              <a:gd name="connsiteX21" fmla="*/ 6331856 w 6331856"/>
              <a:gd name="connsiteY21" fmla="*/ 302053 h 6331857"/>
              <a:gd name="connsiteX22" fmla="*/ 302052 w 6331856"/>
              <a:gd name="connsiteY22" fmla="*/ 6331857 h 6331857"/>
              <a:gd name="connsiteX23" fmla="*/ 265070 w 6331856"/>
              <a:gd name="connsiteY23" fmla="*/ 6331857 h 6331857"/>
              <a:gd name="connsiteX24" fmla="*/ 6331856 w 6331856"/>
              <a:gd name="connsiteY24" fmla="*/ 0 h 6331857"/>
              <a:gd name="connsiteX25" fmla="*/ 6331856 w 6331856"/>
              <a:gd name="connsiteY25" fmla="*/ 23204 h 6331857"/>
              <a:gd name="connsiteX26" fmla="*/ 23203 w 6331856"/>
              <a:gd name="connsiteY26" fmla="*/ 6331857 h 6331857"/>
              <a:gd name="connsiteX27" fmla="*/ 0 w 6331856"/>
              <a:gd name="connsiteY27" fmla="*/ 6331857 h 6331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331856" h="6331857">
                <a:moveTo>
                  <a:pt x="6331856" y="1890961"/>
                </a:moveTo>
                <a:lnTo>
                  <a:pt x="6331856" y="2095716"/>
                </a:lnTo>
                <a:lnTo>
                  <a:pt x="2095715" y="6331857"/>
                </a:lnTo>
                <a:lnTo>
                  <a:pt x="1890960" y="6331857"/>
                </a:lnTo>
                <a:close/>
                <a:moveTo>
                  <a:pt x="6331856" y="1498210"/>
                </a:moveTo>
                <a:lnTo>
                  <a:pt x="6331856" y="1649090"/>
                </a:lnTo>
                <a:lnTo>
                  <a:pt x="1649089" y="6331857"/>
                </a:lnTo>
                <a:lnTo>
                  <a:pt x="1498209" y="6331857"/>
                </a:lnTo>
                <a:close/>
                <a:moveTo>
                  <a:pt x="6331856" y="1164670"/>
                </a:moveTo>
                <a:lnTo>
                  <a:pt x="6331856" y="1256344"/>
                </a:lnTo>
                <a:lnTo>
                  <a:pt x="1256342" y="6331857"/>
                </a:lnTo>
                <a:lnTo>
                  <a:pt x="1164669" y="6331857"/>
                </a:lnTo>
                <a:close/>
                <a:moveTo>
                  <a:pt x="6331856" y="847204"/>
                </a:moveTo>
                <a:lnTo>
                  <a:pt x="6331856" y="922805"/>
                </a:lnTo>
                <a:lnTo>
                  <a:pt x="922804" y="6331857"/>
                </a:lnTo>
                <a:lnTo>
                  <a:pt x="847203" y="6331857"/>
                </a:lnTo>
                <a:close/>
                <a:moveTo>
                  <a:pt x="6331856" y="543919"/>
                </a:moveTo>
                <a:lnTo>
                  <a:pt x="6331856" y="605337"/>
                </a:lnTo>
                <a:lnTo>
                  <a:pt x="605336" y="6331857"/>
                </a:lnTo>
                <a:lnTo>
                  <a:pt x="543918" y="6331857"/>
                </a:lnTo>
                <a:close/>
                <a:moveTo>
                  <a:pt x="6331856" y="265071"/>
                </a:moveTo>
                <a:lnTo>
                  <a:pt x="6331856" y="302053"/>
                </a:lnTo>
                <a:lnTo>
                  <a:pt x="302052" y="6331857"/>
                </a:lnTo>
                <a:lnTo>
                  <a:pt x="265070" y="6331857"/>
                </a:lnTo>
                <a:close/>
                <a:moveTo>
                  <a:pt x="6331856" y="0"/>
                </a:moveTo>
                <a:lnTo>
                  <a:pt x="6331856" y="23204"/>
                </a:lnTo>
                <a:lnTo>
                  <a:pt x="23203" y="6331857"/>
                </a:lnTo>
                <a:lnTo>
                  <a:pt x="0" y="6331857"/>
                </a:lnTo>
                <a:close/>
              </a:path>
            </a:pathLst>
          </a:custGeom>
          <a:gradFill flip="none" rotWithShape="1">
            <a:gsLst>
              <a:gs pos="440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580AE9-6468-E2D4-51B7-8179600D1F2E}"/>
              </a:ext>
            </a:extLst>
          </p:cNvPr>
          <p:cNvSpPr txBox="1"/>
          <p:nvPr/>
        </p:nvSpPr>
        <p:spPr>
          <a:xfrm>
            <a:off x="838200" y="5188228"/>
            <a:ext cx="32656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+mn-ea"/>
                <a:cs typeface="Calibri" panose="02000603000000020004" pitchFamily="2" charset="-127"/>
              </a:rPr>
              <a:t>+02 1234 5678</a:t>
            </a:r>
            <a:endParaRPr lang="ko-KR" altLang="en-US" sz="1100" dirty="0">
              <a:latin typeface="+mn-ea"/>
              <a:cs typeface="Calibri" panose="020006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115FCA-6B71-692C-8455-C37067124F15}"/>
              </a:ext>
            </a:extLst>
          </p:cNvPr>
          <p:cNvSpPr txBox="1"/>
          <p:nvPr/>
        </p:nvSpPr>
        <p:spPr>
          <a:xfrm>
            <a:off x="838200" y="5551956"/>
            <a:ext cx="32656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+mn-ea"/>
                <a:cs typeface="Calibri" panose="02000603000000020004" pitchFamily="2" charset="-127"/>
              </a:rPr>
              <a:t>support@yesform.com</a:t>
            </a:r>
            <a:endParaRPr lang="ko-KR" altLang="en-US" sz="1100" dirty="0">
              <a:latin typeface="+mn-ea"/>
              <a:cs typeface="Calibri" panose="02000603000000020004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934661-D870-7EB3-696E-0FB265DB9142}"/>
              </a:ext>
            </a:extLst>
          </p:cNvPr>
          <p:cNvSpPr txBox="1"/>
          <p:nvPr/>
        </p:nvSpPr>
        <p:spPr>
          <a:xfrm>
            <a:off x="838200" y="4824500"/>
            <a:ext cx="32656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+mn-ea"/>
                <a:cs typeface="Calibri" panose="02000603000000020004" pitchFamily="2" charset="-127"/>
              </a:rPr>
              <a:t>서울시 성동구 </a:t>
            </a:r>
            <a:r>
              <a:rPr lang="ko-KR" altLang="en-US" sz="1100" dirty="0" err="1">
                <a:latin typeface="+mn-ea"/>
                <a:cs typeface="Calibri" panose="02000603000000020004" pitchFamily="2" charset="-127"/>
              </a:rPr>
              <a:t>아차산로</a:t>
            </a:r>
            <a:r>
              <a:rPr lang="ko-KR" altLang="en-US" sz="1100" dirty="0">
                <a:latin typeface="+mn-ea"/>
                <a:cs typeface="Calibri" panose="02000603000000020004" pitchFamily="2" charset="-127"/>
              </a:rPr>
              <a:t> </a:t>
            </a:r>
            <a:r>
              <a:rPr lang="en-US" altLang="ko-KR" sz="1100">
                <a:latin typeface="+mn-ea"/>
                <a:cs typeface="Calibri" panose="02000603000000020004" pitchFamily="2" charset="-127"/>
              </a:rPr>
              <a:t>49 </a:t>
            </a:r>
            <a:r>
              <a:rPr lang="ko-KR" altLang="en-US" sz="1100">
                <a:latin typeface="+mn-ea"/>
                <a:cs typeface="Calibri" panose="02000603000000020004" pitchFamily="2" charset="-127"/>
              </a:rPr>
              <a:t>디지털타워 </a:t>
            </a:r>
            <a:r>
              <a:rPr lang="en-US" altLang="ko-KR" sz="1100">
                <a:latin typeface="+mn-ea"/>
                <a:cs typeface="Calibri" panose="02000603000000020004" pitchFamily="2" charset="-127"/>
              </a:rPr>
              <a:t>3</a:t>
            </a:r>
            <a:r>
              <a:rPr lang="ko-KR" altLang="en-US" sz="1100" dirty="0">
                <a:latin typeface="+mn-ea"/>
                <a:cs typeface="Calibri" panose="02000603000000020004" pitchFamily="2" charset="-127"/>
              </a:rPr>
              <a:t>차 </a:t>
            </a:r>
            <a:r>
              <a:rPr lang="en-US" altLang="ko-KR" sz="1100" dirty="0">
                <a:latin typeface="+mn-ea"/>
                <a:cs typeface="Calibri" panose="02000603000000020004" pitchFamily="2" charset="-127"/>
              </a:rPr>
              <a:t>901</a:t>
            </a:r>
            <a:r>
              <a:rPr lang="ko-KR" altLang="en-US" sz="1100" dirty="0">
                <a:latin typeface="+mn-ea"/>
                <a:cs typeface="Calibri" panose="02000603000000020004" pitchFamily="2" charset="-127"/>
              </a:rPr>
              <a:t>호</a:t>
            </a:r>
            <a:endParaRPr lang="en-US" altLang="ko-KR" sz="1100" dirty="0">
              <a:latin typeface="+mn-ea"/>
              <a:cs typeface="Calibri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72741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29">
      <a:dk1>
        <a:sysClr val="windowText" lastClr="000000"/>
      </a:dk1>
      <a:lt1>
        <a:sysClr val="window" lastClr="FFFFFF"/>
      </a:lt1>
      <a:dk2>
        <a:srgbClr val="12374F"/>
      </a:dk2>
      <a:lt2>
        <a:srgbClr val="F2F2F2"/>
      </a:lt2>
      <a:accent1>
        <a:srgbClr val="256E9F"/>
      </a:accent1>
      <a:accent2>
        <a:srgbClr val="696969"/>
      </a:accent2>
      <a:accent3>
        <a:srgbClr val="A5A5A5"/>
      </a:accent3>
      <a:accent4>
        <a:srgbClr val="BFBFBF"/>
      </a:accent4>
      <a:accent5>
        <a:srgbClr val="D8D8D8"/>
      </a:accent5>
      <a:accent6>
        <a:srgbClr val="F2F2F2"/>
      </a:accent6>
      <a:hlink>
        <a:srgbClr val="256E9F"/>
      </a:hlink>
      <a:folHlink>
        <a:srgbClr val="BFBFBF"/>
      </a:folHlink>
    </a:clrScheme>
    <a:fontScheme name="사용자 지정 20">
      <a:majorFont>
        <a:latin typeface="Pretendard SemiBold"/>
        <a:ea typeface="Pretendard SemiBold"/>
        <a:cs typeface=""/>
      </a:majorFont>
      <a:minorFont>
        <a:latin typeface="Pretendar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15480</TotalTime>
  <Words>188</Words>
  <Application>Microsoft Office PowerPoint</Application>
  <PresentationFormat>와이드스크린</PresentationFormat>
  <Paragraphs>63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Pretendard</vt:lpstr>
      <vt:lpstr>맑은 고딕</vt:lpstr>
      <vt:lpstr>Arial</vt:lpstr>
      <vt:lpstr>Pretendard SemiBold</vt:lpstr>
      <vt:lpstr>Office 테마</vt:lpstr>
      <vt:lpstr>성과관리 실적 보고서</vt:lpstr>
      <vt:lpstr>PowerPoint 프레젠테이션</vt:lpstr>
      <vt:lpstr>사업 목표</vt:lpstr>
      <vt:lpstr>SWOT 분석(대응전략)</vt:lpstr>
      <vt:lpstr>상세타이틀을 입력하세요</vt:lpstr>
      <vt:lpstr>성과관리 실적 보고서</vt:lpstr>
    </vt:vector>
  </TitlesOfParts>
  <Manager>예스폼 디자인팀</Manager>
  <Company>(주)예스폼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예스폼 파워포인트</dc:title>
  <dc:subject>파워포인트 템플릿, 파워포인트 배경, PPT 템플릿, 프리젠테이션, 다이어그램, 차트</dc:subject>
  <dc:creator>YESFORM by BR.YOON</dc:creator>
  <cp:keywords>PPT, PPT Templates, Presentation, Diagram, Chart, Yesform, Google slides, Keynote, 예스폼, 배경PPT</cp:keywords>
  <dc:description>본 문서의 저작권은 예스폼(YESFORM)에 있으며 무단 복제 배포시 법적인 제재를 받을 수 있습니다.</dc:description>
  <cp:lastModifiedBy>dahye kim</cp:lastModifiedBy>
  <cp:revision>2</cp:revision>
  <dcterms:created xsi:type="dcterms:W3CDTF">2024-01-27T13:07:12Z</dcterms:created>
  <dcterms:modified xsi:type="dcterms:W3CDTF">2024-08-28T04:45:06Z</dcterms:modified>
  <cp:category>http://powerpoint.yesform.com/</cp:category>
</cp:coreProperties>
</file>